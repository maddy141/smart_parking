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9" r:id="rId4"/>
    <p:sldId id="260" r:id="rId5"/>
    <p:sldId id="268" r:id="rId6"/>
    <p:sldId id="261" r:id="rId7"/>
    <p:sldId id="262" r:id="rId8"/>
    <p:sldId id="265" r:id="rId9"/>
    <p:sldId id="266" r:id="rId10"/>
    <p:sldId id="267" r:id="rId11"/>
    <p:sldId id="263" r:id="rId12"/>
    <p:sldId id="264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4183" autoAdjust="0"/>
  </p:normalViewPr>
  <p:slideViewPr>
    <p:cSldViewPr snapToGrid="0">
      <p:cViewPr varScale="1">
        <p:scale>
          <a:sx n="69" d="100"/>
          <a:sy n="69" d="100"/>
        </p:scale>
        <p:origin x="1205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540B1C4-1452-4F43-A8D1-920E7B6F617A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17CCAEBB-4AE5-46A1-8134-126565D74E95}">
      <dgm:prSet phldrT="[Text]"/>
      <dgm:spPr/>
      <dgm:t>
        <a:bodyPr/>
        <a:lstStyle/>
        <a:p>
          <a:pPr>
            <a:buNone/>
          </a:pPr>
          <a:r>
            <a:rPr lang="en-US" dirty="0"/>
            <a:t>Hardware</a:t>
          </a:r>
        </a:p>
      </dgm:t>
    </dgm:pt>
    <dgm:pt modelId="{F627AD4F-5CE7-403F-BEAD-B5A2344B32F2}" type="parTrans" cxnId="{0DF3B9D0-9367-482B-941E-1BA088DFFE37}">
      <dgm:prSet/>
      <dgm:spPr/>
      <dgm:t>
        <a:bodyPr/>
        <a:lstStyle/>
        <a:p>
          <a:endParaRPr lang="en-US"/>
        </a:p>
      </dgm:t>
    </dgm:pt>
    <dgm:pt modelId="{8F02DFB6-E17F-4AED-8640-382BC0CE6A74}" type="sibTrans" cxnId="{0DF3B9D0-9367-482B-941E-1BA088DFFE37}">
      <dgm:prSet/>
      <dgm:spPr/>
      <dgm:t>
        <a:bodyPr/>
        <a:lstStyle/>
        <a:p>
          <a:endParaRPr lang="en-US"/>
        </a:p>
      </dgm:t>
    </dgm:pt>
    <dgm:pt modelId="{04573ED3-88FE-4290-B41F-BE9778C43893}">
      <dgm:prSet phldrT="[Text]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>
              <a:solidFill>
                <a:schemeClr val="bg1"/>
              </a:solidFill>
            </a:rPr>
            <a:t>ESP32</a:t>
          </a:r>
        </a:p>
      </dgm:t>
    </dgm:pt>
    <dgm:pt modelId="{21B2005A-D2CF-413B-9B8C-46AE93F56047}" type="parTrans" cxnId="{5B302F09-78E5-4416-8007-BFD2B59FA7ED}">
      <dgm:prSet/>
      <dgm:spPr/>
      <dgm:t>
        <a:bodyPr/>
        <a:lstStyle/>
        <a:p>
          <a:endParaRPr lang="en-US"/>
        </a:p>
      </dgm:t>
    </dgm:pt>
    <dgm:pt modelId="{C379821F-82CC-4EF0-8DD3-D36C186A5A8D}" type="sibTrans" cxnId="{5B302F09-78E5-4416-8007-BFD2B59FA7ED}">
      <dgm:prSet/>
      <dgm:spPr/>
      <dgm:t>
        <a:bodyPr/>
        <a:lstStyle/>
        <a:p>
          <a:endParaRPr lang="en-US"/>
        </a:p>
      </dgm:t>
    </dgm:pt>
    <dgm:pt modelId="{EBD9557A-969E-41C0-8441-748B1743A92B}">
      <dgm:prSet phldrT="[Text]"/>
      <dgm:spPr/>
      <dgm:t>
        <a:bodyPr/>
        <a:lstStyle/>
        <a:p>
          <a:pPr>
            <a:buNone/>
          </a:pPr>
          <a:r>
            <a:rPr lang="en-US" dirty="0"/>
            <a:t>Web / Dashboard</a:t>
          </a:r>
        </a:p>
      </dgm:t>
    </dgm:pt>
    <dgm:pt modelId="{462E1D96-A7DB-4CA1-A4FE-4EBF9DEB38F9}" type="parTrans" cxnId="{C9F17EB8-6E36-4FA7-9893-F7B433A105A7}">
      <dgm:prSet/>
      <dgm:spPr/>
      <dgm:t>
        <a:bodyPr/>
        <a:lstStyle/>
        <a:p>
          <a:endParaRPr lang="en-US"/>
        </a:p>
      </dgm:t>
    </dgm:pt>
    <dgm:pt modelId="{44A8BA4E-CC61-4170-A677-B0CC2EC4DA41}" type="sibTrans" cxnId="{C9F17EB8-6E36-4FA7-9893-F7B433A105A7}">
      <dgm:prSet/>
      <dgm:spPr/>
      <dgm:t>
        <a:bodyPr/>
        <a:lstStyle/>
        <a:p>
          <a:endParaRPr lang="en-US"/>
        </a:p>
      </dgm:t>
    </dgm:pt>
    <dgm:pt modelId="{6855F578-5D30-40F4-8E18-C54FFE6472CC}">
      <dgm:prSet phldrT="[Text]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>
              <a:solidFill>
                <a:schemeClr val="bg1"/>
              </a:solidFill>
            </a:rPr>
            <a:t>HTML</a:t>
          </a:r>
        </a:p>
      </dgm:t>
    </dgm:pt>
    <dgm:pt modelId="{FD357ECE-D245-4E29-95F9-BBD46D1BBA0F}" type="parTrans" cxnId="{3C13D486-BD7C-4D9C-B4CF-8421869AA13F}">
      <dgm:prSet/>
      <dgm:spPr/>
      <dgm:t>
        <a:bodyPr/>
        <a:lstStyle/>
        <a:p>
          <a:endParaRPr lang="en-US"/>
        </a:p>
      </dgm:t>
    </dgm:pt>
    <dgm:pt modelId="{1A8AD476-5C0D-4D53-8714-442E325842D5}" type="sibTrans" cxnId="{3C13D486-BD7C-4D9C-B4CF-8421869AA13F}">
      <dgm:prSet/>
      <dgm:spPr/>
      <dgm:t>
        <a:bodyPr/>
        <a:lstStyle/>
        <a:p>
          <a:endParaRPr lang="en-US"/>
        </a:p>
      </dgm:t>
    </dgm:pt>
    <dgm:pt modelId="{6B76B342-55D4-4E17-AC3D-27CB7929C7D1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>
              <a:solidFill>
                <a:schemeClr val="bg1"/>
              </a:solidFill>
            </a:rPr>
            <a:t>Servo Motor (Gate control)</a:t>
          </a:r>
        </a:p>
      </dgm:t>
    </dgm:pt>
    <dgm:pt modelId="{263D316A-4C46-4B58-A19C-B04467149798}" type="parTrans" cxnId="{A4FF7C05-47A7-4E81-A069-1B0207586546}">
      <dgm:prSet/>
      <dgm:spPr/>
      <dgm:t>
        <a:bodyPr/>
        <a:lstStyle/>
        <a:p>
          <a:endParaRPr lang="en-US"/>
        </a:p>
      </dgm:t>
    </dgm:pt>
    <dgm:pt modelId="{86B3D2F2-1AAA-4126-A037-22F869D11C5E}" type="sibTrans" cxnId="{A4FF7C05-47A7-4E81-A069-1B0207586546}">
      <dgm:prSet/>
      <dgm:spPr/>
      <dgm:t>
        <a:bodyPr/>
        <a:lstStyle/>
        <a:p>
          <a:endParaRPr lang="en-US"/>
        </a:p>
      </dgm:t>
    </dgm:pt>
    <dgm:pt modelId="{91E02C14-D1B9-4AD0-A48D-7935FC5CB6C4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>
              <a:solidFill>
                <a:schemeClr val="bg1"/>
              </a:solidFill>
            </a:rPr>
            <a:t>IR Sensors (slot detection)</a:t>
          </a:r>
        </a:p>
      </dgm:t>
    </dgm:pt>
    <dgm:pt modelId="{694E9C59-986E-427C-A703-DBD65609AA04}" type="parTrans" cxnId="{08C82CFB-6C95-4BD1-B9BD-51D98118725F}">
      <dgm:prSet/>
      <dgm:spPr/>
      <dgm:t>
        <a:bodyPr/>
        <a:lstStyle/>
        <a:p>
          <a:endParaRPr lang="en-US"/>
        </a:p>
      </dgm:t>
    </dgm:pt>
    <dgm:pt modelId="{D55F570E-F7F9-43F5-B38B-3E7AD2A1BCFA}" type="sibTrans" cxnId="{08C82CFB-6C95-4BD1-B9BD-51D98118725F}">
      <dgm:prSet/>
      <dgm:spPr/>
      <dgm:t>
        <a:bodyPr/>
        <a:lstStyle/>
        <a:p>
          <a:endParaRPr lang="en-US"/>
        </a:p>
      </dgm:t>
    </dgm:pt>
    <dgm:pt modelId="{61CE6F1D-9FD7-4B40-9093-F1A79547F2D6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>
              <a:solidFill>
                <a:schemeClr val="bg1"/>
              </a:solidFill>
            </a:rPr>
            <a:t>LCD Display</a:t>
          </a:r>
        </a:p>
      </dgm:t>
    </dgm:pt>
    <dgm:pt modelId="{4ED40BE6-5582-488B-87AC-194B4C4407E2}" type="parTrans" cxnId="{D1272F85-2C7B-4BB4-8BB4-022C1C817A74}">
      <dgm:prSet/>
      <dgm:spPr/>
      <dgm:t>
        <a:bodyPr/>
        <a:lstStyle/>
        <a:p>
          <a:endParaRPr lang="en-US"/>
        </a:p>
      </dgm:t>
    </dgm:pt>
    <dgm:pt modelId="{0FF479D5-BB9F-4D30-845E-B457739E58AE}" type="sibTrans" cxnId="{D1272F85-2C7B-4BB4-8BB4-022C1C817A74}">
      <dgm:prSet/>
      <dgm:spPr/>
      <dgm:t>
        <a:bodyPr/>
        <a:lstStyle/>
        <a:p>
          <a:endParaRPr lang="en-US"/>
        </a:p>
      </dgm:t>
    </dgm:pt>
    <dgm:pt modelId="{1D3C865D-5A21-4DED-8C31-F5DDE299083D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>
              <a:solidFill>
                <a:schemeClr val="bg1"/>
              </a:solidFill>
            </a:rPr>
            <a:t>CSS</a:t>
          </a:r>
        </a:p>
      </dgm:t>
    </dgm:pt>
    <dgm:pt modelId="{D7B2B75D-2B3F-49DF-BB86-0BC8C9FBB0B9}" type="parTrans" cxnId="{60A0CFA4-D041-40F4-AF92-E5F140489AF0}">
      <dgm:prSet/>
      <dgm:spPr/>
      <dgm:t>
        <a:bodyPr/>
        <a:lstStyle/>
        <a:p>
          <a:endParaRPr lang="en-US"/>
        </a:p>
      </dgm:t>
    </dgm:pt>
    <dgm:pt modelId="{03846924-0205-4476-8F00-14B07C7B0FC7}" type="sibTrans" cxnId="{60A0CFA4-D041-40F4-AF92-E5F140489AF0}">
      <dgm:prSet/>
      <dgm:spPr/>
      <dgm:t>
        <a:bodyPr/>
        <a:lstStyle/>
        <a:p>
          <a:endParaRPr lang="en-US"/>
        </a:p>
      </dgm:t>
    </dgm:pt>
    <dgm:pt modelId="{EA0D367A-3C4F-461F-903F-61E6E8CE8795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>
              <a:solidFill>
                <a:schemeClr val="bg1"/>
              </a:solidFill>
            </a:rPr>
            <a:t>JavaScript</a:t>
          </a:r>
        </a:p>
      </dgm:t>
    </dgm:pt>
    <dgm:pt modelId="{4E9099B5-20B0-4EB5-B08A-D54B50B859AE}" type="parTrans" cxnId="{2F16CCB9-7D9B-455F-905D-45CBA17B6396}">
      <dgm:prSet/>
      <dgm:spPr/>
      <dgm:t>
        <a:bodyPr/>
        <a:lstStyle/>
        <a:p>
          <a:endParaRPr lang="en-US"/>
        </a:p>
      </dgm:t>
    </dgm:pt>
    <dgm:pt modelId="{005BEE2F-0AE9-4AA7-8482-30CE3F387C1C}" type="sibTrans" cxnId="{2F16CCB9-7D9B-455F-905D-45CBA17B6396}">
      <dgm:prSet/>
      <dgm:spPr/>
      <dgm:t>
        <a:bodyPr/>
        <a:lstStyle/>
        <a:p>
          <a:endParaRPr lang="en-US"/>
        </a:p>
      </dgm:t>
    </dgm:pt>
    <dgm:pt modelId="{D172EEE0-CE63-4B3E-858B-E17C876492EE}" type="pres">
      <dgm:prSet presAssocID="{2540B1C4-1452-4F43-A8D1-920E7B6F617A}" presName="linear" presStyleCnt="0">
        <dgm:presLayoutVars>
          <dgm:animLvl val="lvl"/>
          <dgm:resizeHandles val="exact"/>
        </dgm:presLayoutVars>
      </dgm:prSet>
      <dgm:spPr/>
    </dgm:pt>
    <dgm:pt modelId="{41B8A668-A852-46CB-AFE2-678898C76E7B}" type="pres">
      <dgm:prSet presAssocID="{17CCAEBB-4AE5-46A1-8134-126565D74E95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3BA50E67-ECF3-45E1-A844-1AE1B5326D44}" type="pres">
      <dgm:prSet presAssocID="{17CCAEBB-4AE5-46A1-8134-126565D74E95}" presName="childText" presStyleLbl="revTx" presStyleIdx="0" presStyleCnt="2">
        <dgm:presLayoutVars>
          <dgm:bulletEnabled val="1"/>
        </dgm:presLayoutVars>
      </dgm:prSet>
      <dgm:spPr/>
    </dgm:pt>
    <dgm:pt modelId="{404A2134-FA82-4C3F-83B9-DE26EDF4856B}" type="pres">
      <dgm:prSet presAssocID="{EBD9557A-969E-41C0-8441-748B1743A92B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5817F3E5-1B04-4D15-8EEB-E6536CFCE768}" type="pres">
      <dgm:prSet presAssocID="{EBD9557A-969E-41C0-8441-748B1743A92B}" presName="childText" presStyleLbl="revTx" presStyleIdx="1" presStyleCnt="2">
        <dgm:presLayoutVars>
          <dgm:bulletEnabled val="1"/>
        </dgm:presLayoutVars>
      </dgm:prSet>
      <dgm:spPr/>
    </dgm:pt>
  </dgm:ptLst>
  <dgm:cxnLst>
    <dgm:cxn modelId="{54460801-E1B2-4F91-8519-35609E1CD8D7}" type="presOf" srcId="{04573ED3-88FE-4290-B41F-BE9778C43893}" destId="{3BA50E67-ECF3-45E1-A844-1AE1B5326D44}" srcOrd="0" destOrd="0" presId="urn:microsoft.com/office/officeart/2005/8/layout/vList2"/>
    <dgm:cxn modelId="{8AC03805-7E78-4DDD-B24A-A8AF5CB553F8}" type="presOf" srcId="{1D3C865D-5A21-4DED-8C31-F5DDE299083D}" destId="{5817F3E5-1B04-4D15-8EEB-E6536CFCE768}" srcOrd="0" destOrd="1" presId="urn:microsoft.com/office/officeart/2005/8/layout/vList2"/>
    <dgm:cxn modelId="{A4FF7C05-47A7-4E81-A069-1B0207586546}" srcId="{17CCAEBB-4AE5-46A1-8134-126565D74E95}" destId="{6B76B342-55D4-4E17-AC3D-27CB7929C7D1}" srcOrd="1" destOrd="0" parTransId="{263D316A-4C46-4B58-A19C-B04467149798}" sibTransId="{86B3D2F2-1AAA-4126-A037-22F869D11C5E}"/>
    <dgm:cxn modelId="{5B302F09-78E5-4416-8007-BFD2B59FA7ED}" srcId="{17CCAEBB-4AE5-46A1-8134-126565D74E95}" destId="{04573ED3-88FE-4290-B41F-BE9778C43893}" srcOrd="0" destOrd="0" parTransId="{21B2005A-D2CF-413B-9B8C-46AE93F56047}" sibTransId="{C379821F-82CC-4EF0-8DD3-D36C186A5A8D}"/>
    <dgm:cxn modelId="{99D88735-684D-4943-B95A-1E68C5D2A3EE}" type="presOf" srcId="{EBD9557A-969E-41C0-8441-748B1743A92B}" destId="{404A2134-FA82-4C3F-83B9-DE26EDF4856B}" srcOrd="0" destOrd="0" presId="urn:microsoft.com/office/officeart/2005/8/layout/vList2"/>
    <dgm:cxn modelId="{2C6D3741-F686-49D6-8E1B-CD556CD425DA}" type="presOf" srcId="{17CCAEBB-4AE5-46A1-8134-126565D74E95}" destId="{41B8A668-A852-46CB-AFE2-678898C76E7B}" srcOrd="0" destOrd="0" presId="urn:microsoft.com/office/officeart/2005/8/layout/vList2"/>
    <dgm:cxn modelId="{3D089263-3BC8-4383-B305-C38429AC3BDF}" type="presOf" srcId="{6855F578-5D30-40F4-8E18-C54FFE6472CC}" destId="{5817F3E5-1B04-4D15-8EEB-E6536CFCE768}" srcOrd="0" destOrd="0" presId="urn:microsoft.com/office/officeart/2005/8/layout/vList2"/>
    <dgm:cxn modelId="{4EF38F81-2147-43FF-B4F8-67FE24F6091A}" type="presOf" srcId="{61CE6F1D-9FD7-4B40-9093-F1A79547F2D6}" destId="{3BA50E67-ECF3-45E1-A844-1AE1B5326D44}" srcOrd="0" destOrd="3" presId="urn:microsoft.com/office/officeart/2005/8/layout/vList2"/>
    <dgm:cxn modelId="{D1272F85-2C7B-4BB4-8BB4-022C1C817A74}" srcId="{17CCAEBB-4AE5-46A1-8134-126565D74E95}" destId="{61CE6F1D-9FD7-4B40-9093-F1A79547F2D6}" srcOrd="3" destOrd="0" parTransId="{4ED40BE6-5582-488B-87AC-194B4C4407E2}" sibTransId="{0FF479D5-BB9F-4D30-845E-B457739E58AE}"/>
    <dgm:cxn modelId="{3C13D486-BD7C-4D9C-B4CF-8421869AA13F}" srcId="{EBD9557A-969E-41C0-8441-748B1743A92B}" destId="{6855F578-5D30-40F4-8E18-C54FFE6472CC}" srcOrd="0" destOrd="0" parTransId="{FD357ECE-D245-4E29-95F9-BBD46D1BBA0F}" sibTransId="{1A8AD476-5C0D-4D53-8714-442E325842D5}"/>
    <dgm:cxn modelId="{000BE094-B0CD-405C-B7E6-CBF515ADC4D2}" type="presOf" srcId="{2540B1C4-1452-4F43-A8D1-920E7B6F617A}" destId="{D172EEE0-CE63-4B3E-858B-E17C876492EE}" srcOrd="0" destOrd="0" presId="urn:microsoft.com/office/officeart/2005/8/layout/vList2"/>
    <dgm:cxn modelId="{903E33A0-BD9C-499C-8C84-8063A7804A94}" type="presOf" srcId="{91E02C14-D1B9-4AD0-A48D-7935FC5CB6C4}" destId="{3BA50E67-ECF3-45E1-A844-1AE1B5326D44}" srcOrd="0" destOrd="2" presId="urn:microsoft.com/office/officeart/2005/8/layout/vList2"/>
    <dgm:cxn modelId="{60A0CFA4-D041-40F4-AF92-E5F140489AF0}" srcId="{EBD9557A-969E-41C0-8441-748B1743A92B}" destId="{1D3C865D-5A21-4DED-8C31-F5DDE299083D}" srcOrd="1" destOrd="0" parTransId="{D7B2B75D-2B3F-49DF-BB86-0BC8C9FBB0B9}" sibTransId="{03846924-0205-4476-8F00-14B07C7B0FC7}"/>
    <dgm:cxn modelId="{3FADBCB6-2578-40A6-8E8F-27F0FF3D078B}" type="presOf" srcId="{6B76B342-55D4-4E17-AC3D-27CB7929C7D1}" destId="{3BA50E67-ECF3-45E1-A844-1AE1B5326D44}" srcOrd="0" destOrd="1" presId="urn:microsoft.com/office/officeart/2005/8/layout/vList2"/>
    <dgm:cxn modelId="{C9F17EB8-6E36-4FA7-9893-F7B433A105A7}" srcId="{2540B1C4-1452-4F43-A8D1-920E7B6F617A}" destId="{EBD9557A-969E-41C0-8441-748B1743A92B}" srcOrd="1" destOrd="0" parTransId="{462E1D96-A7DB-4CA1-A4FE-4EBF9DEB38F9}" sibTransId="{44A8BA4E-CC61-4170-A677-B0CC2EC4DA41}"/>
    <dgm:cxn modelId="{2F16CCB9-7D9B-455F-905D-45CBA17B6396}" srcId="{EBD9557A-969E-41C0-8441-748B1743A92B}" destId="{EA0D367A-3C4F-461F-903F-61E6E8CE8795}" srcOrd="2" destOrd="0" parTransId="{4E9099B5-20B0-4EB5-B08A-D54B50B859AE}" sibTransId="{005BEE2F-0AE9-4AA7-8482-30CE3F387C1C}"/>
    <dgm:cxn modelId="{0DF3B9D0-9367-482B-941E-1BA088DFFE37}" srcId="{2540B1C4-1452-4F43-A8D1-920E7B6F617A}" destId="{17CCAEBB-4AE5-46A1-8134-126565D74E95}" srcOrd="0" destOrd="0" parTransId="{F627AD4F-5CE7-403F-BEAD-B5A2344B32F2}" sibTransId="{8F02DFB6-E17F-4AED-8640-382BC0CE6A74}"/>
    <dgm:cxn modelId="{974A81D8-AFF4-400D-8AA6-A16291C1EEFB}" type="presOf" srcId="{EA0D367A-3C4F-461F-903F-61E6E8CE8795}" destId="{5817F3E5-1B04-4D15-8EEB-E6536CFCE768}" srcOrd="0" destOrd="2" presId="urn:microsoft.com/office/officeart/2005/8/layout/vList2"/>
    <dgm:cxn modelId="{08C82CFB-6C95-4BD1-B9BD-51D98118725F}" srcId="{17CCAEBB-4AE5-46A1-8134-126565D74E95}" destId="{91E02C14-D1B9-4AD0-A48D-7935FC5CB6C4}" srcOrd="2" destOrd="0" parTransId="{694E9C59-986E-427C-A703-DBD65609AA04}" sibTransId="{D55F570E-F7F9-43F5-B38B-3E7AD2A1BCFA}"/>
    <dgm:cxn modelId="{1C04E54F-CA21-429E-9D38-FE407AB26BA4}" type="presParOf" srcId="{D172EEE0-CE63-4B3E-858B-E17C876492EE}" destId="{41B8A668-A852-46CB-AFE2-678898C76E7B}" srcOrd="0" destOrd="0" presId="urn:microsoft.com/office/officeart/2005/8/layout/vList2"/>
    <dgm:cxn modelId="{5C51EB4C-D52B-47D6-9EF9-1370B7CDA0C8}" type="presParOf" srcId="{D172EEE0-CE63-4B3E-858B-E17C876492EE}" destId="{3BA50E67-ECF3-45E1-A844-1AE1B5326D44}" srcOrd="1" destOrd="0" presId="urn:microsoft.com/office/officeart/2005/8/layout/vList2"/>
    <dgm:cxn modelId="{4AF54BBC-C920-416B-86F5-9F1F1C487CF5}" type="presParOf" srcId="{D172EEE0-CE63-4B3E-858B-E17C876492EE}" destId="{404A2134-FA82-4C3F-83B9-DE26EDF4856B}" srcOrd="2" destOrd="0" presId="urn:microsoft.com/office/officeart/2005/8/layout/vList2"/>
    <dgm:cxn modelId="{3578DC6B-CFFB-4F04-A24C-2163EB4883F1}" type="presParOf" srcId="{D172EEE0-CE63-4B3E-858B-E17C876492EE}" destId="{5817F3E5-1B04-4D15-8EEB-E6536CFCE768}" srcOrd="3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F04AAC5B-7AB2-4270-9B28-E4DA80702006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23362CBB-1CFB-4D4E-A0D3-CC40DF58CEE2}">
      <dgm:prSet phldrT="[Text]"/>
      <dgm:spPr/>
      <dgm:t>
        <a:bodyPr/>
        <a:lstStyle/>
        <a:p>
          <a:pPr>
            <a:buNone/>
          </a:pPr>
          <a:r>
            <a:rPr lang="en-US" dirty="0"/>
            <a:t>Networking / Data</a:t>
          </a:r>
        </a:p>
      </dgm:t>
    </dgm:pt>
    <dgm:pt modelId="{BE969605-5C18-4212-9B61-C34170A045D1}" type="parTrans" cxnId="{FA51E618-1E32-4707-BADF-EE8BB0A3C56D}">
      <dgm:prSet/>
      <dgm:spPr/>
      <dgm:t>
        <a:bodyPr/>
        <a:lstStyle/>
        <a:p>
          <a:endParaRPr lang="en-US"/>
        </a:p>
      </dgm:t>
    </dgm:pt>
    <dgm:pt modelId="{FEC74C4D-B8E8-4670-8519-AA570365086B}" type="sibTrans" cxnId="{FA51E618-1E32-4707-BADF-EE8BB0A3C56D}">
      <dgm:prSet/>
      <dgm:spPr/>
      <dgm:t>
        <a:bodyPr/>
        <a:lstStyle/>
        <a:p>
          <a:endParaRPr lang="en-US"/>
        </a:p>
      </dgm:t>
    </dgm:pt>
    <dgm:pt modelId="{4379DE85-CEA4-411C-917A-86A23B4311F4}">
      <dgm:prSet phldrT="[Text]"/>
      <dgm:spPr/>
      <dgm:t>
        <a:bodyPr/>
        <a:lstStyle/>
        <a:p>
          <a:pPr>
            <a:buFont typeface="Arial" panose="020B0604020202020204" pitchFamily="34" charset="0"/>
            <a:buChar char="•"/>
          </a:pPr>
          <a:endParaRPr lang="en-US" dirty="0">
            <a:solidFill>
              <a:schemeClr val="bg1"/>
            </a:solidFill>
          </a:endParaRPr>
        </a:p>
      </dgm:t>
    </dgm:pt>
    <dgm:pt modelId="{D52CA2C7-959F-4365-8FD1-B24F8D01C1C8}" type="parTrans" cxnId="{BC02187A-9A8F-4887-A3C8-1B318B480307}">
      <dgm:prSet/>
      <dgm:spPr/>
      <dgm:t>
        <a:bodyPr/>
        <a:lstStyle/>
        <a:p>
          <a:endParaRPr lang="en-US"/>
        </a:p>
      </dgm:t>
    </dgm:pt>
    <dgm:pt modelId="{4C152542-C54C-4C29-BFBC-6BF38E2E28CB}" type="sibTrans" cxnId="{BC02187A-9A8F-4887-A3C8-1B318B480307}">
      <dgm:prSet/>
      <dgm:spPr/>
      <dgm:t>
        <a:bodyPr/>
        <a:lstStyle/>
        <a:p>
          <a:endParaRPr lang="en-US"/>
        </a:p>
      </dgm:t>
    </dgm:pt>
    <dgm:pt modelId="{B36C6BE8-999C-4C06-846A-892E74135716}">
      <dgm:prSet phldrT="[Text]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>
              <a:solidFill>
                <a:schemeClr val="bg1"/>
              </a:solidFill>
            </a:rPr>
            <a:t>Wi-Fi (ESP32 connectivity)</a:t>
          </a:r>
        </a:p>
      </dgm:t>
    </dgm:pt>
    <dgm:pt modelId="{DFEC4905-C95E-464E-8674-0797B2304347}" type="parTrans" cxnId="{0D8C67A3-E503-40B0-BFEF-07B93E6CC8F6}">
      <dgm:prSet/>
      <dgm:spPr/>
      <dgm:t>
        <a:bodyPr/>
        <a:lstStyle/>
        <a:p>
          <a:endParaRPr lang="en-US"/>
        </a:p>
      </dgm:t>
    </dgm:pt>
    <dgm:pt modelId="{3D467E28-A3A4-4BC2-999F-C7C27E098F1C}" type="sibTrans" cxnId="{0D8C67A3-E503-40B0-BFEF-07B93E6CC8F6}">
      <dgm:prSet/>
      <dgm:spPr/>
      <dgm:t>
        <a:bodyPr/>
        <a:lstStyle/>
        <a:p>
          <a:endParaRPr lang="en-US"/>
        </a:p>
      </dgm:t>
    </dgm:pt>
    <dgm:pt modelId="{63E71216-7653-4292-A497-507A9A418618}">
      <dgm:prSet phldrT="[Text]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>
              <a:solidFill>
                <a:schemeClr val="bg1"/>
              </a:solidFill>
            </a:rPr>
            <a:t>I2C protocol (LCD display)</a:t>
          </a:r>
        </a:p>
      </dgm:t>
    </dgm:pt>
    <dgm:pt modelId="{94DFC10D-6483-462E-BDE2-CCFA47A4A41F}" type="parTrans" cxnId="{DB31FE2C-2BE5-49C4-B637-F3B130E620DA}">
      <dgm:prSet/>
      <dgm:spPr/>
      <dgm:t>
        <a:bodyPr/>
        <a:lstStyle/>
        <a:p>
          <a:endParaRPr lang="en-US"/>
        </a:p>
      </dgm:t>
    </dgm:pt>
    <dgm:pt modelId="{046DD336-B78B-434A-9695-B5D54352DD55}" type="sibTrans" cxnId="{DB31FE2C-2BE5-49C4-B637-F3B130E620DA}">
      <dgm:prSet/>
      <dgm:spPr/>
      <dgm:t>
        <a:bodyPr/>
        <a:lstStyle/>
        <a:p>
          <a:endParaRPr lang="en-US"/>
        </a:p>
      </dgm:t>
    </dgm:pt>
    <dgm:pt modelId="{577B179E-7142-4EEA-8CD1-77977E55DB95}" type="pres">
      <dgm:prSet presAssocID="{F04AAC5B-7AB2-4270-9B28-E4DA80702006}" presName="linear" presStyleCnt="0">
        <dgm:presLayoutVars>
          <dgm:animLvl val="lvl"/>
          <dgm:resizeHandles val="exact"/>
        </dgm:presLayoutVars>
      </dgm:prSet>
      <dgm:spPr/>
    </dgm:pt>
    <dgm:pt modelId="{2042DA43-745C-413F-A143-4E922038792B}" type="pres">
      <dgm:prSet presAssocID="{23362CBB-1CFB-4D4E-A0D3-CC40DF58CEE2}" presName="parentText" presStyleLbl="node1" presStyleIdx="0" presStyleCnt="1" custScaleY="77243">
        <dgm:presLayoutVars>
          <dgm:chMax val="0"/>
          <dgm:bulletEnabled val="1"/>
        </dgm:presLayoutVars>
      </dgm:prSet>
      <dgm:spPr/>
    </dgm:pt>
    <dgm:pt modelId="{27BC27B1-B3EB-4407-A123-543F1742F9E8}" type="pres">
      <dgm:prSet presAssocID="{23362CBB-1CFB-4D4E-A0D3-CC40DF58CEE2}" presName="childText" presStyleLbl="revTx" presStyleIdx="0" presStyleCnt="1" custScaleY="62003">
        <dgm:presLayoutVars>
          <dgm:bulletEnabled val="1"/>
        </dgm:presLayoutVars>
      </dgm:prSet>
      <dgm:spPr/>
    </dgm:pt>
  </dgm:ptLst>
  <dgm:cxnLst>
    <dgm:cxn modelId="{FA51E618-1E32-4707-BADF-EE8BB0A3C56D}" srcId="{F04AAC5B-7AB2-4270-9B28-E4DA80702006}" destId="{23362CBB-1CFB-4D4E-A0D3-CC40DF58CEE2}" srcOrd="0" destOrd="0" parTransId="{BE969605-5C18-4212-9B61-C34170A045D1}" sibTransId="{FEC74C4D-B8E8-4670-8519-AA570365086B}"/>
    <dgm:cxn modelId="{DB31FE2C-2BE5-49C4-B637-F3B130E620DA}" srcId="{23362CBB-1CFB-4D4E-A0D3-CC40DF58CEE2}" destId="{63E71216-7653-4292-A497-507A9A418618}" srcOrd="2" destOrd="0" parTransId="{94DFC10D-6483-462E-BDE2-CCFA47A4A41F}" sibTransId="{046DD336-B78B-434A-9695-B5D54352DD55}"/>
    <dgm:cxn modelId="{BC02187A-9A8F-4887-A3C8-1B318B480307}" srcId="{23362CBB-1CFB-4D4E-A0D3-CC40DF58CEE2}" destId="{4379DE85-CEA4-411C-917A-86A23B4311F4}" srcOrd="0" destOrd="0" parTransId="{D52CA2C7-959F-4365-8FD1-B24F8D01C1C8}" sibTransId="{4C152542-C54C-4C29-BFBC-6BF38E2E28CB}"/>
    <dgm:cxn modelId="{0D8C67A3-E503-40B0-BFEF-07B93E6CC8F6}" srcId="{23362CBB-1CFB-4D4E-A0D3-CC40DF58CEE2}" destId="{B36C6BE8-999C-4C06-846A-892E74135716}" srcOrd="1" destOrd="0" parTransId="{DFEC4905-C95E-464E-8674-0797B2304347}" sibTransId="{3D467E28-A3A4-4BC2-999F-C7C27E098F1C}"/>
    <dgm:cxn modelId="{1267E2A7-2721-4CAD-96BA-770C2EAE1588}" type="presOf" srcId="{4379DE85-CEA4-411C-917A-86A23B4311F4}" destId="{27BC27B1-B3EB-4407-A123-543F1742F9E8}" srcOrd="0" destOrd="0" presId="urn:microsoft.com/office/officeart/2005/8/layout/vList2"/>
    <dgm:cxn modelId="{ECE81EAE-5D8C-4652-9F06-0A61DBBE1C49}" type="presOf" srcId="{B36C6BE8-999C-4C06-846A-892E74135716}" destId="{27BC27B1-B3EB-4407-A123-543F1742F9E8}" srcOrd="0" destOrd="1" presId="urn:microsoft.com/office/officeart/2005/8/layout/vList2"/>
    <dgm:cxn modelId="{C713C6B0-D2CF-4092-834B-D3DC955A9CE8}" type="presOf" srcId="{23362CBB-1CFB-4D4E-A0D3-CC40DF58CEE2}" destId="{2042DA43-745C-413F-A143-4E922038792B}" srcOrd="0" destOrd="0" presId="urn:microsoft.com/office/officeart/2005/8/layout/vList2"/>
    <dgm:cxn modelId="{F2C8B7C1-8E9D-4841-87AB-8673FDA03137}" type="presOf" srcId="{F04AAC5B-7AB2-4270-9B28-E4DA80702006}" destId="{577B179E-7142-4EEA-8CD1-77977E55DB95}" srcOrd="0" destOrd="0" presId="urn:microsoft.com/office/officeart/2005/8/layout/vList2"/>
    <dgm:cxn modelId="{AF58E7E0-92AF-48BF-BD24-1D7731FEFDAD}" type="presOf" srcId="{63E71216-7653-4292-A497-507A9A418618}" destId="{27BC27B1-B3EB-4407-A123-543F1742F9E8}" srcOrd="0" destOrd="2" presId="urn:microsoft.com/office/officeart/2005/8/layout/vList2"/>
    <dgm:cxn modelId="{5B938EC6-89CB-4626-AB33-6876C00032D2}" type="presParOf" srcId="{577B179E-7142-4EEA-8CD1-77977E55DB95}" destId="{2042DA43-745C-413F-A143-4E922038792B}" srcOrd="0" destOrd="0" presId="urn:microsoft.com/office/officeart/2005/8/layout/vList2"/>
    <dgm:cxn modelId="{B0F1078C-EBCC-432A-87EB-AD5AE5684B8F}" type="presParOf" srcId="{577B179E-7142-4EEA-8CD1-77977E55DB95}" destId="{27BC27B1-B3EB-4407-A123-543F1742F9E8}" srcOrd="1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2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F04AAC5B-7AB2-4270-9B28-E4DA80702006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23362CBB-1CFB-4D4E-A0D3-CC40DF58CEE2}">
      <dgm:prSet phldrT="[Text]"/>
      <dgm:spPr/>
      <dgm:t>
        <a:bodyPr/>
        <a:lstStyle/>
        <a:p>
          <a:pPr>
            <a:buNone/>
          </a:pPr>
          <a:r>
            <a:rPr lang="en-US" dirty="0"/>
            <a:t>Software</a:t>
          </a:r>
        </a:p>
      </dgm:t>
    </dgm:pt>
    <dgm:pt modelId="{BE969605-5C18-4212-9B61-C34170A045D1}" type="parTrans" cxnId="{FA51E618-1E32-4707-BADF-EE8BB0A3C56D}">
      <dgm:prSet/>
      <dgm:spPr/>
      <dgm:t>
        <a:bodyPr/>
        <a:lstStyle/>
        <a:p>
          <a:endParaRPr lang="en-US"/>
        </a:p>
      </dgm:t>
    </dgm:pt>
    <dgm:pt modelId="{FEC74C4D-B8E8-4670-8519-AA570365086B}" type="sibTrans" cxnId="{FA51E618-1E32-4707-BADF-EE8BB0A3C56D}">
      <dgm:prSet/>
      <dgm:spPr/>
      <dgm:t>
        <a:bodyPr/>
        <a:lstStyle/>
        <a:p>
          <a:endParaRPr lang="en-US"/>
        </a:p>
      </dgm:t>
    </dgm:pt>
    <dgm:pt modelId="{4379DE85-CEA4-411C-917A-86A23B4311F4}">
      <dgm:prSet phldrT="[Text]"/>
      <dgm:spPr/>
      <dgm:t>
        <a:bodyPr/>
        <a:lstStyle/>
        <a:p>
          <a:pPr>
            <a:buFont typeface="Arial" panose="020B0604020202020204" pitchFamily="34" charset="0"/>
            <a:buChar char="•"/>
          </a:pPr>
          <a:endParaRPr lang="en-US" dirty="0">
            <a:solidFill>
              <a:schemeClr val="bg1"/>
            </a:solidFill>
          </a:endParaRPr>
        </a:p>
      </dgm:t>
    </dgm:pt>
    <dgm:pt modelId="{D52CA2C7-959F-4365-8FD1-B24F8D01C1C8}" type="parTrans" cxnId="{BC02187A-9A8F-4887-A3C8-1B318B480307}">
      <dgm:prSet/>
      <dgm:spPr/>
      <dgm:t>
        <a:bodyPr/>
        <a:lstStyle/>
        <a:p>
          <a:endParaRPr lang="en-US"/>
        </a:p>
      </dgm:t>
    </dgm:pt>
    <dgm:pt modelId="{4C152542-C54C-4C29-BFBC-6BF38E2E28CB}" type="sibTrans" cxnId="{BC02187A-9A8F-4887-A3C8-1B318B480307}">
      <dgm:prSet/>
      <dgm:spPr/>
      <dgm:t>
        <a:bodyPr/>
        <a:lstStyle/>
        <a:p>
          <a:endParaRPr lang="en-US"/>
        </a:p>
      </dgm:t>
    </dgm:pt>
    <dgm:pt modelId="{7F1B3E01-1FB4-47FF-B507-5FCD17F7AEA7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>
              <a:solidFill>
                <a:schemeClr val="bg1"/>
              </a:solidFill>
            </a:rPr>
            <a:t>Embedded C / C++ programming</a:t>
          </a:r>
        </a:p>
      </dgm:t>
    </dgm:pt>
    <dgm:pt modelId="{CE0C6DA6-52D9-412A-9429-8A2E2918F567}" type="parTrans" cxnId="{D8863D09-33C4-4E6A-9AEA-2BD737983E60}">
      <dgm:prSet/>
      <dgm:spPr/>
      <dgm:t>
        <a:bodyPr/>
        <a:lstStyle/>
        <a:p>
          <a:endParaRPr lang="en-US"/>
        </a:p>
      </dgm:t>
    </dgm:pt>
    <dgm:pt modelId="{86AD29D0-5043-42D3-844C-672F7378B09B}" type="sibTrans" cxnId="{D8863D09-33C4-4E6A-9AEA-2BD737983E60}">
      <dgm:prSet/>
      <dgm:spPr/>
      <dgm:t>
        <a:bodyPr/>
        <a:lstStyle/>
        <a:p>
          <a:endParaRPr lang="en-US"/>
        </a:p>
      </dgm:t>
    </dgm:pt>
    <dgm:pt modelId="{D6CF0AC2-F1B8-4E72-B483-3222E48D2985}">
      <dgm:prSet phldrT="[Text]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>
              <a:solidFill>
                <a:schemeClr val="bg1"/>
              </a:solidFill>
            </a:rPr>
            <a:t>Arduino IDE</a:t>
          </a:r>
        </a:p>
      </dgm:t>
    </dgm:pt>
    <dgm:pt modelId="{D3C56F79-2B45-4FBA-9A85-989C1E610B37}" type="parTrans" cxnId="{F33B0A8D-9F9E-42D6-B9B8-8C6E020225CA}">
      <dgm:prSet/>
      <dgm:spPr/>
      <dgm:t>
        <a:bodyPr/>
        <a:lstStyle/>
        <a:p>
          <a:endParaRPr lang="en-US"/>
        </a:p>
      </dgm:t>
    </dgm:pt>
    <dgm:pt modelId="{F30AD715-612C-4C9F-B9D8-357355D03518}" type="sibTrans" cxnId="{F33B0A8D-9F9E-42D6-B9B8-8C6E020225CA}">
      <dgm:prSet/>
      <dgm:spPr/>
      <dgm:t>
        <a:bodyPr/>
        <a:lstStyle/>
        <a:p>
          <a:endParaRPr lang="en-US"/>
        </a:p>
      </dgm:t>
    </dgm:pt>
    <dgm:pt modelId="{577B179E-7142-4EEA-8CD1-77977E55DB95}" type="pres">
      <dgm:prSet presAssocID="{F04AAC5B-7AB2-4270-9B28-E4DA80702006}" presName="linear" presStyleCnt="0">
        <dgm:presLayoutVars>
          <dgm:animLvl val="lvl"/>
          <dgm:resizeHandles val="exact"/>
        </dgm:presLayoutVars>
      </dgm:prSet>
      <dgm:spPr/>
    </dgm:pt>
    <dgm:pt modelId="{2042DA43-745C-413F-A143-4E922038792B}" type="pres">
      <dgm:prSet presAssocID="{23362CBB-1CFB-4D4E-A0D3-CC40DF58CEE2}" presName="parentText" presStyleLbl="node1" presStyleIdx="0" presStyleCnt="1" custScaleY="72194" custLinFactNeighborX="0" custLinFactNeighborY="9087">
        <dgm:presLayoutVars>
          <dgm:chMax val="0"/>
          <dgm:bulletEnabled val="1"/>
        </dgm:presLayoutVars>
      </dgm:prSet>
      <dgm:spPr/>
    </dgm:pt>
    <dgm:pt modelId="{27BC27B1-B3EB-4407-A123-543F1742F9E8}" type="pres">
      <dgm:prSet presAssocID="{23362CBB-1CFB-4D4E-A0D3-CC40DF58CEE2}" presName="childText" presStyleLbl="revTx" presStyleIdx="0" presStyleCnt="1" custScaleY="51080">
        <dgm:presLayoutVars>
          <dgm:bulletEnabled val="1"/>
        </dgm:presLayoutVars>
      </dgm:prSet>
      <dgm:spPr/>
    </dgm:pt>
  </dgm:ptLst>
  <dgm:cxnLst>
    <dgm:cxn modelId="{D8863D09-33C4-4E6A-9AEA-2BD737983E60}" srcId="{23362CBB-1CFB-4D4E-A0D3-CC40DF58CEE2}" destId="{7F1B3E01-1FB4-47FF-B507-5FCD17F7AEA7}" srcOrd="2" destOrd="0" parTransId="{CE0C6DA6-52D9-412A-9429-8A2E2918F567}" sibTransId="{86AD29D0-5043-42D3-844C-672F7378B09B}"/>
    <dgm:cxn modelId="{FA51E618-1E32-4707-BADF-EE8BB0A3C56D}" srcId="{F04AAC5B-7AB2-4270-9B28-E4DA80702006}" destId="{23362CBB-1CFB-4D4E-A0D3-CC40DF58CEE2}" srcOrd="0" destOrd="0" parTransId="{BE969605-5C18-4212-9B61-C34170A045D1}" sibTransId="{FEC74C4D-B8E8-4670-8519-AA570365086B}"/>
    <dgm:cxn modelId="{51F5BC34-5FC1-4ECE-A964-882F604412FD}" type="presOf" srcId="{D6CF0AC2-F1B8-4E72-B483-3222E48D2985}" destId="{27BC27B1-B3EB-4407-A123-543F1742F9E8}" srcOrd="0" destOrd="1" presId="urn:microsoft.com/office/officeart/2005/8/layout/vList2"/>
    <dgm:cxn modelId="{3C99E03E-CB2D-499A-B477-37E00FE4AC85}" type="presOf" srcId="{7F1B3E01-1FB4-47FF-B507-5FCD17F7AEA7}" destId="{27BC27B1-B3EB-4407-A123-543F1742F9E8}" srcOrd="0" destOrd="2" presId="urn:microsoft.com/office/officeart/2005/8/layout/vList2"/>
    <dgm:cxn modelId="{BC02187A-9A8F-4887-A3C8-1B318B480307}" srcId="{23362CBB-1CFB-4D4E-A0D3-CC40DF58CEE2}" destId="{4379DE85-CEA4-411C-917A-86A23B4311F4}" srcOrd="0" destOrd="0" parTransId="{D52CA2C7-959F-4365-8FD1-B24F8D01C1C8}" sibTransId="{4C152542-C54C-4C29-BFBC-6BF38E2E28CB}"/>
    <dgm:cxn modelId="{F33B0A8D-9F9E-42D6-B9B8-8C6E020225CA}" srcId="{23362CBB-1CFB-4D4E-A0D3-CC40DF58CEE2}" destId="{D6CF0AC2-F1B8-4E72-B483-3222E48D2985}" srcOrd="1" destOrd="0" parTransId="{D3C56F79-2B45-4FBA-9A85-989C1E610B37}" sibTransId="{F30AD715-612C-4C9F-B9D8-357355D03518}"/>
    <dgm:cxn modelId="{1267E2A7-2721-4CAD-96BA-770C2EAE1588}" type="presOf" srcId="{4379DE85-CEA4-411C-917A-86A23B4311F4}" destId="{27BC27B1-B3EB-4407-A123-543F1742F9E8}" srcOrd="0" destOrd="0" presId="urn:microsoft.com/office/officeart/2005/8/layout/vList2"/>
    <dgm:cxn modelId="{C713C6B0-D2CF-4092-834B-D3DC955A9CE8}" type="presOf" srcId="{23362CBB-1CFB-4D4E-A0D3-CC40DF58CEE2}" destId="{2042DA43-745C-413F-A143-4E922038792B}" srcOrd="0" destOrd="0" presId="urn:microsoft.com/office/officeart/2005/8/layout/vList2"/>
    <dgm:cxn modelId="{F2C8B7C1-8E9D-4841-87AB-8673FDA03137}" type="presOf" srcId="{F04AAC5B-7AB2-4270-9B28-E4DA80702006}" destId="{577B179E-7142-4EEA-8CD1-77977E55DB95}" srcOrd="0" destOrd="0" presId="urn:microsoft.com/office/officeart/2005/8/layout/vList2"/>
    <dgm:cxn modelId="{5B938EC6-89CB-4626-AB33-6876C00032D2}" type="presParOf" srcId="{577B179E-7142-4EEA-8CD1-77977E55DB95}" destId="{2042DA43-745C-413F-A143-4E922038792B}" srcOrd="0" destOrd="0" presId="urn:microsoft.com/office/officeart/2005/8/layout/vList2"/>
    <dgm:cxn modelId="{B0F1078C-EBCC-432A-87EB-AD5AE5684B8F}" type="presParOf" srcId="{577B179E-7142-4EEA-8CD1-77977E55DB95}" destId="{27BC27B1-B3EB-4407-A123-543F1742F9E8}" srcOrd="1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54863D3C-200B-4604-9996-59910742B911}" type="doc">
      <dgm:prSet loTypeId="urn:microsoft.com/office/officeart/2011/layout/Tab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2F66AB5B-3256-49C4-B0AD-38BF20C88437}">
      <dgm:prSet phldrT="[Text]"/>
      <dgm:spPr/>
      <dgm:t>
        <a:bodyPr/>
        <a:lstStyle/>
        <a:p>
          <a:pPr algn="l">
            <a:buNone/>
          </a:pPr>
          <a:r>
            <a:rPr lang="en-US" b="1" dirty="0"/>
            <a:t>Expandable System</a:t>
          </a:r>
          <a:r>
            <a:rPr lang="en-US" dirty="0"/>
            <a:t> </a:t>
          </a:r>
        </a:p>
      </dgm:t>
    </dgm:pt>
    <dgm:pt modelId="{CB102038-11D2-4376-8503-110D1D1852EA}" type="parTrans" cxnId="{63A4129C-5BE9-4A6F-9B2D-2188F8DFD1F5}">
      <dgm:prSet/>
      <dgm:spPr/>
      <dgm:t>
        <a:bodyPr/>
        <a:lstStyle/>
        <a:p>
          <a:endParaRPr lang="en-US"/>
        </a:p>
      </dgm:t>
    </dgm:pt>
    <dgm:pt modelId="{3946D669-51D4-4BFE-A8CD-960325AC2FA4}" type="sibTrans" cxnId="{63A4129C-5BE9-4A6F-9B2D-2188F8DFD1F5}">
      <dgm:prSet/>
      <dgm:spPr/>
      <dgm:t>
        <a:bodyPr/>
        <a:lstStyle/>
        <a:p>
          <a:endParaRPr lang="en-US"/>
        </a:p>
      </dgm:t>
    </dgm:pt>
    <dgm:pt modelId="{BA41E220-343F-455E-899B-0D2478192485}">
      <dgm:prSet phldrT="[Text]" phldr="0"/>
      <dgm:spPr/>
      <dgm:t>
        <a:bodyPr/>
        <a:lstStyle/>
        <a:p>
          <a:endParaRPr lang="en-US" dirty="0"/>
        </a:p>
      </dgm:t>
    </dgm:pt>
    <dgm:pt modelId="{89F552A9-D8BF-43B7-9990-DAC2CDC4CBB8}" type="parTrans" cxnId="{231F69CE-7B54-44F3-8289-0AB7573D73AD}">
      <dgm:prSet/>
      <dgm:spPr/>
      <dgm:t>
        <a:bodyPr/>
        <a:lstStyle/>
        <a:p>
          <a:endParaRPr lang="en-US"/>
        </a:p>
      </dgm:t>
    </dgm:pt>
    <dgm:pt modelId="{DE0A5415-136B-4374-A17B-5E52ECB46878}" type="sibTrans" cxnId="{231F69CE-7B54-44F3-8289-0AB7573D73AD}">
      <dgm:prSet/>
      <dgm:spPr/>
      <dgm:t>
        <a:bodyPr/>
        <a:lstStyle/>
        <a:p>
          <a:endParaRPr lang="en-US"/>
        </a:p>
      </dgm:t>
    </dgm:pt>
    <dgm:pt modelId="{230DE52D-8CF8-467E-929A-04B222E61B99}">
      <dgm:prSet phldrT="[Text]"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sz="2400" dirty="0">
              <a:solidFill>
                <a:schemeClr val="bg1"/>
              </a:solidFill>
            </a:rPr>
            <a:t>More parking slots and sensors can be added easily</a:t>
          </a:r>
          <a:r>
            <a:rPr lang="en-US" sz="1500" dirty="0"/>
            <a:t>.</a:t>
          </a:r>
        </a:p>
      </dgm:t>
    </dgm:pt>
    <dgm:pt modelId="{0DF3E22C-F80F-46B4-8BD4-FBB96E20AEED}" type="parTrans" cxnId="{FA43207F-86D2-4F16-BC28-648C26D84E37}">
      <dgm:prSet/>
      <dgm:spPr/>
      <dgm:t>
        <a:bodyPr/>
        <a:lstStyle/>
        <a:p>
          <a:endParaRPr lang="en-US"/>
        </a:p>
      </dgm:t>
    </dgm:pt>
    <dgm:pt modelId="{85A3340F-21C1-4363-A34F-15D388A0DF7F}" type="sibTrans" cxnId="{FA43207F-86D2-4F16-BC28-648C26D84E37}">
      <dgm:prSet/>
      <dgm:spPr/>
      <dgm:t>
        <a:bodyPr/>
        <a:lstStyle/>
        <a:p>
          <a:endParaRPr lang="en-US"/>
        </a:p>
      </dgm:t>
    </dgm:pt>
    <dgm:pt modelId="{451DE996-76B7-4218-A48A-8E1D08350603}">
      <dgm:prSet phldrT="[Text]"/>
      <dgm:spPr/>
      <dgm:t>
        <a:bodyPr/>
        <a:lstStyle/>
        <a:p>
          <a:pPr algn="l">
            <a:buNone/>
          </a:pPr>
          <a:r>
            <a:rPr lang="en-US" b="1" dirty="0"/>
            <a:t>Multi-location Support</a:t>
          </a:r>
        </a:p>
      </dgm:t>
    </dgm:pt>
    <dgm:pt modelId="{E06FB79A-B039-4736-B304-740323F1780B}" type="parTrans" cxnId="{3F4A642F-B87D-4C94-B86B-40B04E1E6E0A}">
      <dgm:prSet/>
      <dgm:spPr/>
      <dgm:t>
        <a:bodyPr/>
        <a:lstStyle/>
        <a:p>
          <a:endParaRPr lang="en-US"/>
        </a:p>
      </dgm:t>
    </dgm:pt>
    <dgm:pt modelId="{6506DBB7-2F6E-45A8-A180-86EB58D49E39}" type="sibTrans" cxnId="{3F4A642F-B87D-4C94-B86B-40B04E1E6E0A}">
      <dgm:prSet/>
      <dgm:spPr/>
      <dgm:t>
        <a:bodyPr/>
        <a:lstStyle/>
        <a:p>
          <a:endParaRPr lang="en-US"/>
        </a:p>
      </dgm:t>
    </dgm:pt>
    <dgm:pt modelId="{7573D5DF-7D80-4A8C-B5A4-50E6D1BB0FEF}">
      <dgm:prSet phldrT="[Text]" phldr="0"/>
      <dgm:spPr/>
      <dgm:t>
        <a:bodyPr/>
        <a:lstStyle/>
        <a:p>
          <a:endParaRPr lang="en-US" dirty="0"/>
        </a:p>
      </dgm:t>
    </dgm:pt>
    <dgm:pt modelId="{D5F540C4-9F96-4DB7-B946-2165FA1B669F}" type="parTrans" cxnId="{E3C11EA8-0BD2-4F95-B99B-946DEE9D364E}">
      <dgm:prSet/>
      <dgm:spPr/>
      <dgm:t>
        <a:bodyPr/>
        <a:lstStyle/>
        <a:p>
          <a:endParaRPr lang="en-US"/>
        </a:p>
      </dgm:t>
    </dgm:pt>
    <dgm:pt modelId="{A806C82B-479C-4958-A6D7-7BB3C67170FA}" type="sibTrans" cxnId="{E3C11EA8-0BD2-4F95-B99B-946DEE9D364E}">
      <dgm:prSet/>
      <dgm:spPr/>
      <dgm:t>
        <a:bodyPr/>
        <a:lstStyle/>
        <a:p>
          <a:endParaRPr lang="en-US"/>
        </a:p>
      </dgm:t>
    </dgm:pt>
    <dgm:pt modelId="{ACBE648D-46D4-411B-8365-0E9F19742F65}">
      <dgm:prSet phldrT="[Text]"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sz="2400" dirty="0">
              <a:solidFill>
                <a:schemeClr val="bg1"/>
              </a:solidFill>
            </a:rPr>
            <a:t>The system can be implemented in multiple parking areas like malls, airports, and offices.</a:t>
          </a:r>
        </a:p>
      </dgm:t>
    </dgm:pt>
    <dgm:pt modelId="{E2FDD708-D1B2-44C0-A9CB-E270E7788BDE}" type="parTrans" cxnId="{CFC5B53D-88B7-43BE-91E1-102E44DD3CFB}">
      <dgm:prSet/>
      <dgm:spPr/>
      <dgm:t>
        <a:bodyPr/>
        <a:lstStyle/>
        <a:p>
          <a:endParaRPr lang="en-US"/>
        </a:p>
      </dgm:t>
    </dgm:pt>
    <dgm:pt modelId="{C46C72E6-BD07-4496-882A-C78D12C3EE0A}" type="sibTrans" cxnId="{CFC5B53D-88B7-43BE-91E1-102E44DD3CFB}">
      <dgm:prSet/>
      <dgm:spPr/>
      <dgm:t>
        <a:bodyPr/>
        <a:lstStyle/>
        <a:p>
          <a:endParaRPr lang="en-US"/>
        </a:p>
      </dgm:t>
    </dgm:pt>
    <dgm:pt modelId="{600A7A3F-6CDF-4266-954F-47BED30249DE}">
      <dgm:prSet phldrT="[Text]"/>
      <dgm:spPr/>
      <dgm:t>
        <a:bodyPr/>
        <a:lstStyle/>
        <a:p>
          <a:pPr algn="l">
            <a:buNone/>
          </a:pPr>
          <a:r>
            <a:rPr lang="en-US" b="1" dirty="0"/>
            <a:t>Cloud Integration</a:t>
          </a:r>
        </a:p>
      </dgm:t>
    </dgm:pt>
    <dgm:pt modelId="{6E10D604-D5E6-4356-A97A-5CCBF66F7916}" type="parTrans" cxnId="{467D38A3-61E7-483F-915E-D8CE03BF08EB}">
      <dgm:prSet/>
      <dgm:spPr/>
      <dgm:t>
        <a:bodyPr/>
        <a:lstStyle/>
        <a:p>
          <a:endParaRPr lang="en-US"/>
        </a:p>
      </dgm:t>
    </dgm:pt>
    <dgm:pt modelId="{A1CCEFEA-EA52-48E9-A20C-97ACD34BCEF4}" type="sibTrans" cxnId="{467D38A3-61E7-483F-915E-D8CE03BF08EB}">
      <dgm:prSet/>
      <dgm:spPr/>
      <dgm:t>
        <a:bodyPr/>
        <a:lstStyle/>
        <a:p>
          <a:endParaRPr lang="en-US"/>
        </a:p>
      </dgm:t>
    </dgm:pt>
    <dgm:pt modelId="{981D4489-D129-4A50-9302-CF28D054C9B5}">
      <dgm:prSet phldrT="[Text]" phldr="0"/>
      <dgm:spPr/>
      <dgm:t>
        <a:bodyPr/>
        <a:lstStyle/>
        <a:p>
          <a:endParaRPr lang="en-US" dirty="0"/>
        </a:p>
      </dgm:t>
    </dgm:pt>
    <dgm:pt modelId="{970A3888-2DC6-4E8A-BD6D-D8B06AC8F81C}" type="parTrans" cxnId="{83CECC0A-FEF1-4483-B977-6E19D0E7349B}">
      <dgm:prSet/>
      <dgm:spPr/>
      <dgm:t>
        <a:bodyPr/>
        <a:lstStyle/>
        <a:p>
          <a:endParaRPr lang="en-US"/>
        </a:p>
      </dgm:t>
    </dgm:pt>
    <dgm:pt modelId="{273EF5AE-B23E-466E-83F7-82D04F583B6D}" type="sibTrans" cxnId="{83CECC0A-FEF1-4483-B977-6E19D0E7349B}">
      <dgm:prSet/>
      <dgm:spPr/>
      <dgm:t>
        <a:bodyPr/>
        <a:lstStyle/>
        <a:p>
          <a:endParaRPr lang="en-US"/>
        </a:p>
      </dgm:t>
    </dgm:pt>
    <dgm:pt modelId="{04493FC6-6CD9-4AE1-9596-19E93AF417FF}">
      <dgm:prSet phldrT="[Text]"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sz="2400" dirty="0">
              <a:solidFill>
                <a:schemeClr val="bg1"/>
              </a:solidFill>
            </a:rPr>
            <a:t>Data can be stored and accessed from cloud servers for large-scale management</a:t>
          </a:r>
        </a:p>
      </dgm:t>
    </dgm:pt>
    <dgm:pt modelId="{CD38E7C8-B7DE-4A1C-AD99-DA5A397A6B50}" type="parTrans" cxnId="{A2AE1F3D-642B-4C3D-9254-EF200A71D176}">
      <dgm:prSet/>
      <dgm:spPr/>
      <dgm:t>
        <a:bodyPr/>
        <a:lstStyle/>
        <a:p>
          <a:endParaRPr lang="en-US"/>
        </a:p>
      </dgm:t>
    </dgm:pt>
    <dgm:pt modelId="{744AF425-C46A-4B75-9967-C73BDB54B347}" type="sibTrans" cxnId="{A2AE1F3D-642B-4C3D-9254-EF200A71D176}">
      <dgm:prSet/>
      <dgm:spPr/>
      <dgm:t>
        <a:bodyPr/>
        <a:lstStyle/>
        <a:p>
          <a:endParaRPr lang="en-US"/>
        </a:p>
      </dgm:t>
    </dgm:pt>
    <dgm:pt modelId="{0BCBD3B3-1FE1-4017-8394-C1941466CE1C}" type="pres">
      <dgm:prSet presAssocID="{54863D3C-200B-4604-9996-59910742B911}" presName="Name0" presStyleCnt="0">
        <dgm:presLayoutVars>
          <dgm:chMax/>
          <dgm:chPref val="3"/>
          <dgm:dir/>
          <dgm:animOne val="branch"/>
          <dgm:animLvl val="lvl"/>
        </dgm:presLayoutVars>
      </dgm:prSet>
      <dgm:spPr/>
    </dgm:pt>
    <dgm:pt modelId="{6003F52B-6CA4-4F17-A8E9-63E9EC288DB3}" type="pres">
      <dgm:prSet presAssocID="{2F66AB5B-3256-49C4-B0AD-38BF20C88437}" presName="composite" presStyleCnt="0"/>
      <dgm:spPr/>
    </dgm:pt>
    <dgm:pt modelId="{9BF4E9B5-FACD-450A-B5E0-5287BAC2CFF2}" type="pres">
      <dgm:prSet presAssocID="{2F66AB5B-3256-49C4-B0AD-38BF20C88437}" presName="FirstChild" presStyleLbl="revTx" presStyleIdx="0" presStyleCnt="6">
        <dgm:presLayoutVars>
          <dgm:chMax val="0"/>
          <dgm:chPref val="0"/>
          <dgm:bulletEnabled val="1"/>
        </dgm:presLayoutVars>
      </dgm:prSet>
      <dgm:spPr/>
    </dgm:pt>
    <dgm:pt modelId="{310D4630-59EF-4295-859D-C15EBE4303E8}" type="pres">
      <dgm:prSet presAssocID="{2F66AB5B-3256-49C4-B0AD-38BF20C88437}" presName="Parent" presStyleLbl="alignNode1" presStyleIdx="0" presStyleCnt="3">
        <dgm:presLayoutVars>
          <dgm:chMax val="3"/>
          <dgm:chPref val="3"/>
          <dgm:bulletEnabled val="1"/>
        </dgm:presLayoutVars>
      </dgm:prSet>
      <dgm:spPr/>
    </dgm:pt>
    <dgm:pt modelId="{E942A8D3-3178-488A-A4D0-FAB49B6B26EC}" type="pres">
      <dgm:prSet presAssocID="{2F66AB5B-3256-49C4-B0AD-38BF20C88437}" presName="Accent" presStyleLbl="parChTrans1D1" presStyleIdx="0" presStyleCnt="3"/>
      <dgm:spPr/>
    </dgm:pt>
    <dgm:pt modelId="{55E0A837-75FC-48FA-BD3B-F9B5378D2F6B}" type="pres">
      <dgm:prSet presAssocID="{2F66AB5B-3256-49C4-B0AD-38BF20C88437}" presName="Child" presStyleLbl="revTx" presStyleIdx="1" presStyleCnt="6">
        <dgm:presLayoutVars>
          <dgm:chMax val="0"/>
          <dgm:chPref val="0"/>
          <dgm:bulletEnabled val="1"/>
        </dgm:presLayoutVars>
      </dgm:prSet>
      <dgm:spPr/>
    </dgm:pt>
    <dgm:pt modelId="{B49513A9-CFB4-4A93-9E0C-EE28D1D6CF28}" type="pres">
      <dgm:prSet presAssocID="{3946D669-51D4-4BFE-A8CD-960325AC2FA4}" presName="sibTrans" presStyleCnt="0"/>
      <dgm:spPr/>
    </dgm:pt>
    <dgm:pt modelId="{A2334784-FAEA-4D3E-93BF-50E5DC712EDF}" type="pres">
      <dgm:prSet presAssocID="{451DE996-76B7-4218-A48A-8E1D08350603}" presName="composite" presStyleCnt="0"/>
      <dgm:spPr/>
    </dgm:pt>
    <dgm:pt modelId="{E817D255-648E-4186-A98C-EDCE649DCE92}" type="pres">
      <dgm:prSet presAssocID="{451DE996-76B7-4218-A48A-8E1D08350603}" presName="FirstChild" presStyleLbl="revTx" presStyleIdx="2" presStyleCnt="6">
        <dgm:presLayoutVars>
          <dgm:chMax val="0"/>
          <dgm:chPref val="0"/>
          <dgm:bulletEnabled val="1"/>
        </dgm:presLayoutVars>
      </dgm:prSet>
      <dgm:spPr/>
    </dgm:pt>
    <dgm:pt modelId="{FCE072E7-3AFE-4632-AA18-306247D903D6}" type="pres">
      <dgm:prSet presAssocID="{451DE996-76B7-4218-A48A-8E1D08350603}" presName="Parent" presStyleLbl="alignNode1" presStyleIdx="1" presStyleCnt="3" custLinFactNeighborX="-784" custLinFactNeighborY="-83908">
        <dgm:presLayoutVars>
          <dgm:chMax val="3"/>
          <dgm:chPref val="3"/>
          <dgm:bulletEnabled val="1"/>
        </dgm:presLayoutVars>
      </dgm:prSet>
      <dgm:spPr/>
    </dgm:pt>
    <dgm:pt modelId="{2117907D-7250-48BD-9A7E-5F199F2ADE9B}" type="pres">
      <dgm:prSet presAssocID="{451DE996-76B7-4218-A48A-8E1D08350603}" presName="Accent" presStyleLbl="parChTrans1D1" presStyleIdx="1" presStyleCnt="3"/>
      <dgm:spPr/>
    </dgm:pt>
    <dgm:pt modelId="{7B41C1E6-5DAB-4562-BDCB-813E4FEF7582}" type="pres">
      <dgm:prSet presAssocID="{451DE996-76B7-4218-A48A-8E1D08350603}" presName="Child" presStyleLbl="revTx" presStyleIdx="3" presStyleCnt="6" custLinFactY="-28680" custLinFactNeighborX="102" custLinFactNeighborY="-100000">
        <dgm:presLayoutVars>
          <dgm:chMax val="0"/>
          <dgm:chPref val="0"/>
          <dgm:bulletEnabled val="1"/>
        </dgm:presLayoutVars>
      </dgm:prSet>
      <dgm:spPr/>
    </dgm:pt>
    <dgm:pt modelId="{C3C130AB-D285-4B8F-8C46-0FF5A8B07107}" type="pres">
      <dgm:prSet presAssocID="{6506DBB7-2F6E-45A8-A180-86EB58D49E39}" presName="sibTrans" presStyleCnt="0"/>
      <dgm:spPr/>
    </dgm:pt>
    <dgm:pt modelId="{A0FB4581-83F6-431F-A7FE-3D4E328FB337}" type="pres">
      <dgm:prSet presAssocID="{600A7A3F-6CDF-4266-954F-47BED30249DE}" presName="composite" presStyleCnt="0"/>
      <dgm:spPr/>
    </dgm:pt>
    <dgm:pt modelId="{B5A21C39-1C2D-4411-8565-CBCBE5243A38}" type="pres">
      <dgm:prSet presAssocID="{600A7A3F-6CDF-4266-954F-47BED30249DE}" presName="FirstChild" presStyleLbl="revTx" presStyleIdx="4" presStyleCnt="6">
        <dgm:presLayoutVars>
          <dgm:chMax val="0"/>
          <dgm:chPref val="0"/>
          <dgm:bulletEnabled val="1"/>
        </dgm:presLayoutVars>
      </dgm:prSet>
      <dgm:spPr/>
    </dgm:pt>
    <dgm:pt modelId="{E4406870-62A6-4AEB-BBDA-DA22D348CD3B}" type="pres">
      <dgm:prSet presAssocID="{600A7A3F-6CDF-4266-954F-47BED30249DE}" presName="Parent" presStyleLbl="alignNode1" presStyleIdx="2" presStyleCnt="3" custLinFactNeighborX="-392" custLinFactNeighborY="-75723">
        <dgm:presLayoutVars>
          <dgm:chMax val="3"/>
          <dgm:chPref val="3"/>
          <dgm:bulletEnabled val="1"/>
        </dgm:presLayoutVars>
      </dgm:prSet>
      <dgm:spPr/>
    </dgm:pt>
    <dgm:pt modelId="{A98F6136-3CD4-4A26-825E-91E2FB53FAC9}" type="pres">
      <dgm:prSet presAssocID="{600A7A3F-6CDF-4266-954F-47BED30249DE}" presName="Accent" presStyleLbl="parChTrans1D1" presStyleIdx="2" presStyleCnt="3"/>
      <dgm:spPr/>
    </dgm:pt>
    <dgm:pt modelId="{32FA1007-4439-4BD2-BA64-8D5081AFE1C2}" type="pres">
      <dgm:prSet presAssocID="{600A7A3F-6CDF-4266-954F-47BED30249DE}" presName="Child" presStyleLbl="revTx" presStyleIdx="5" presStyleCnt="6" custLinFactNeighborX="-204" custLinFactNeighborY="-51164">
        <dgm:presLayoutVars>
          <dgm:chMax val="0"/>
          <dgm:chPref val="0"/>
          <dgm:bulletEnabled val="1"/>
        </dgm:presLayoutVars>
      </dgm:prSet>
      <dgm:spPr/>
    </dgm:pt>
  </dgm:ptLst>
  <dgm:cxnLst>
    <dgm:cxn modelId="{83CECC0A-FEF1-4483-B977-6E19D0E7349B}" srcId="{600A7A3F-6CDF-4266-954F-47BED30249DE}" destId="{981D4489-D129-4A50-9302-CF28D054C9B5}" srcOrd="0" destOrd="0" parTransId="{970A3888-2DC6-4E8A-BD6D-D8B06AC8F81C}" sibTransId="{273EF5AE-B23E-466E-83F7-82D04F583B6D}"/>
    <dgm:cxn modelId="{54537026-8D2D-4A3B-951D-82F365E0335C}" type="presOf" srcId="{2F66AB5B-3256-49C4-B0AD-38BF20C88437}" destId="{310D4630-59EF-4295-859D-C15EBE4303E8}" srcOrd="0" destOrd="0" presId="urn:microsoft.com/office/officeart/2011/layout/TabList"/>
    <dgm:cxn modelId="{2AEE792E-A743-4A69-8B1D-C3B982B3F8BB}" type="presOf" srcId="{54863D3C-200B-4604-9996-59910742B911}" destId="{0BCBD3B3-1FE1-4017-8394-C1941466CE1C}" srcOrd="0" destOrd="0" presId="urn:microsoft.com/office/officeart/2011/layout/TabList"/>
    <dgm:cxn modelId="{3F4A642F-B87D-4C94-B86B-40B04E1E6E0A}" srcId="{54863D3C-200B-4604-9996-59910742B911}" destId="{451DE996-76B7-4218-A48A-8E1D08350603}" srcOrd="1" destOrd="0" parTransId="{E06FB79A-B039-4736-B304-740323F1780B}" sibTransId="{6506DBB7-2F6E-45A8-A180-86EB58D49E39}"/>
    <dgm:cxn modelId="{A2AE1F3D-642B-4C3D-9254-EF200A71D176}" srcId="{600A7A3F-6CDF-4266-954F-47BED30249DE}" destId="{04493FC6-6CD9-4AE1-9596-19E93AF417FF}" srcOrd="1" destOrd="0" parTransId="{CD38E7C8-B7DE-4A1C-AD99-DA5A397A6B50}" sibTransId="{744AF425-C46A-4B75-9967-C73BDB54B347}"/>
    <dgm:cxn modelId="{CFC5B53D-88B7-43BE-91E1-102E44DD3CFB}" srcId="{451DE996-76B7-4218-A48A-8E1D08350603}" destId="{ACBE648D-46D4-411B-8365-0E9F19742F65}" srcOrd="1" destOrd="0" parTransId="{E2FDD708-D1B2-44C0-A9CB-E270E7788BDE}" sibTransId="{C46C72E6-BD07-4496-882A-C78D12C3EE0A}"/>
    <dgm:cxn modelId="{90EDD55F-FDB1-46A0-B172-2514FE907EA6}" type="presOf" srcId="{600A7A3F-6CDF-4266-954F-47BED30249DE}" destId="{E4406870-62A6-4AEB-BBDA-DA22D348CD3B}" srcOrd="0" destOrd="0" presId="urn:microsoft.com/office/officeart/2011/layout/TabList"/>
    <dgm:cxn modelId="{B7EF6145-3A2B-4AE0-8930-81B683A9EA3D}" type="presOf" srcId="{BA41E220-343F-455E-899B-0D2478192485}" destId="{9BF4E9B5-FACD-450A-B5E0-5287BAC2CFF2}" srcOrd="0" destOrd="0" presId="urn:microsoft.com/office/officeart/2011/layout/TabList"/>
    <dgm:cxn modelId="{6951ED73-ED3F-46EC-B833-AC4FA86386CC}" type="presOf" srcId="{ACBE648D-46D4-411B-8365-0E9F19742F65}" destId="{7B41C1E6-5DAB-4562-BDCB-813E4FEF7582}" srcOrd="0" destOrd="0" presId="urn:microsoft.com/office/officeart/2011/layout/TabList"/>
    <dgm:cxn modelId="{22AB7275-D267-4D96-8E67-F9936584796D}" type="presOf" srcId="{230DE52D-8CF8-467E-929A-04B222E61B99}" destId="{55E0A837-75FC-48FA-BD3B-F9B5378D2F6B}" srcOrd="0" destOrd="0" presId="urn:microsoft.com/office/officeart/2011/layout/TabList"/>
    <dgm:cxn modelId="{C7AB2C7A-9893-4470-ABC3-0D90445793F6}" type="presOf" srcId="{451DE996-76B7-4218-A48A-8E1D08350603}" destId="{FCE072E7-3AFE-4632-AA18-306247D903D6}" srcOrd="0" destOrd="0" presId="urn:microsoft.com/office/officeart/2011/layout/TabList"/>
    <dgm:cxn modelId="{FA43207F-86D2-4F16-BC28-648C26D84E37}" srcId="{2F66AB5B-3256-49C4-B0AD-38BF20C88437}" destId="{230DE52D-8CF8-467E-929A-04B222E61B99}" srcOrd="1" destOrd="0" parTransId="{0DF3E22C-F80F-46B4-8BD4-FBB96E20AEED}" sibTransId="{85A3340F-21C1-4363-A34F-15D388A0DF7F}"/>
    <dgm:cxn modelId="{7E723890-17A4-462C-8014-99EFA0B42630}" type="presOf" srcId="{981D4489-D129-4A50-9302-CF28D054C9B5}" destId="{B5A21C39-1C2D-4411-8565-CBCBE5243A38}" srcOrd="0" destOrd="0" presId="urn:microsoft.com/office/officeart/2011/layout/TabList"/>
    <dgm:cxn modelId="{90335B90-AD46-4AAC-9A57-B74E61162C7A}" type="presOf" srcId="{04493FC6-6CD9-4AE1-9596-19E93AF417FF}" destId="{32FA1007-4439-4BD2-BA64-8D5081AFE1C2}" srcOrd="0" destOrd="0" presId="urn:microsoft.com/office/officeart/2011/layout/TabList"/>
    <dgm:cxn modelId="{63A4129C-5BE9-4A6F-9B2D-2188F8DFD1F5}" srcId="{54863D3C-200B-4604-9996-59910742B911}" destId="{2F66AB5B-3256-49C4-B0AD-38BF20C88437}" srcOrd="0" destOrd="0" parTransId="{CB102038-11D2-4376-8503-110D1D1852EA}" sibTransId="{3946D669-51D4-4BFE-A8CD-960325AC2FA4}"/>
    <dgm:cxn modelId="{467D38A3-61E7-483F-915E-D8CE03BF08EB}" srcId="{54863D3C-200B-4604-9996-59910742B911}" destId="{600A7A3F-6CDF-4266-954F-47BED30249DE}" srcOrd="2" destOrd="0" parTransId="{6E10D604-D5E6-4356-A97A-5CCBF66F7916}" sibTransId="{A1CCEFEA-EA52-48E9-A20C-97ACD34BCEF4}"/>
    <dgm:cxn modelId="{E3C11EA8-0BD2-4F95-B99B-946DEE9D364E}" srcId="{451DE996-76B7-4218-A48A-8E1D08350603}" destId="{7573D5DF-7D80-4A8C-B5A4-50E6D1BB0FEF}" srcOrd="0" destOrd="0" parTransId="{D5F540C4-9F96-4DB7-B946-2165FA1B669F}" sibTransId="{A806C82B-479C-4958-A6D7-7BB3C67170FA}"/>
    <dgm:cxn modelId="{231F69CE-7B54-44F3-8289-0AB7573D73AD}" srcId="{2F66AB5B-3256-49C4-B0AD-38BF20C88437}" destId="{BA41E220-343F-455E-899B-0D2478192485}" srcOrd="0" destOrd="0" parTransId="{89F552A9-D8BF-43B7-9990-DAC2CDC4CBB8}" sibTransId="{DE0A5415-136B-4374-A17B-5E52ECB46878}"/>
    <dgm:cxn modelId="{C29575DF-419B-4CC8-80EC-4708AF9C0516}" type="presOf" srcId="{7573D5DF-7D80-4A8C-B5A4-50E6D1BB0FEF}" destId="{E817D255-648E-4186-A98C-EDCE649DCE92}" srcOrd="0" destOrd="0" presId="urn:microsoft.com/office/officeart/2011/layout/TabList"/>
    <dgm:cxn modelId="{8B9BD9BD-53F1-442F-85BA-A20F9AA1E858}" type="presParOf" srcId="{0BCBD3B3-1FE1-4017-8394-C1941466CE1C}" destId="{6003F52B-6CA4-4F17-A8E9-63E9EC288DB3}" srcOrd="0" destOrd="0" presId="urn:microsoft.com/office/officeart/2011/layout/TabList"/>
    <dgm:cxn modelId="{EEC3435A-A269-4813-96B6-1ECFDC9FB10E}" type="presParOf" srcId="{6003F52B-6CA4-4F17-A8E9-63E9EC288DB3}" destId="{9BF4E9B5-FACD-450A-B5E0-5287BAC2CFF2}" srcOrd="0" destOrd="0" presId="urn:microsoft.com/office/officeart/2011/layout/TabList"/>
    <dgm:cxn modelId="{E28F75D9-D317-41BD-8054-9720920ABDE9}" type="presParOf" srcId="{6003F52B-6CA4-4F17-A8E9-63E9EC288DB3}" destId="{310D4630-59EF-4295-859D-C15EBE4303E8}" srcOrd="1" destOrd="0" presId="urn:microsoft.com/office/officeart/2011/layout/TabList"/>
    <dgm:cxn modelId="{9775EABC-A4A9-42BB-B1A8-BD81A019D8C4}" type="presParOf" srcId="{6003F52B-6CA4-4F17-A8E9-63E9EC288DB3}" destId="{E942A8D3-3178-488A-A4D0-FAB49B6B26EC}" srcOrd="2" destOrd="0" presId="urn:microsoft.com/office/officeart/2011/layout/TabList"/>
    <dgm:cxn modelId="{A5CBC3E0-CA3C-4CA6-9554-0531A67FBAE7}" type="presParOf" srcId="{0BCBD3B3-1FE1-4017-8394-C1941466CE1C}" destId="{55E0A837-75FC-48FA-BD3B-F9B5378D2F6B}" srcOrd="1" destOrd="0" presId="urn:microsoft.com/office/officeart/2011/layout/TabList"/>
    <dgm:cxn modelId="{D9BBADDD-9B03-4C31-AD0A-3D89ED1A3967}" type="presParOf" srcId="{0BCBD3B3-1FE1-4017-8394-C1941466CE1C}" destId="{B49513A9-CFB4-4A93-9E0C-EE28D1D6CF28}" srcOrd="2" destOrd="0" presId="urn:microsoft.com/office/officeart/2011/layout/TabList"/>
    <dgm:cxn modelId="{D11687CA-43E1-49D1-8C7A-D290AFB83B9F}" type="presParOf" srcId="{0BCBD3B3-1FE1-4017-8394-C1941466CE1C}" destId="{A2334784-FAEA-4D3E-93BF-50E5DC712EDF}" srcOrd="3" destOrd="0" presId="urn:microsoft.com/office/officeart/2011/layout/TabList"/>
    <dgm:cxn modelId="{D5EB8844-CFC4-4209-902C-9BDF8D7F67B2}" type="presParOf" srcId="{A2334784-FAEA-4D3E-93BF-50E5DC712EDF}" destId="{E817D255-648E-4186-A98C-EDCE649DCE92}" srcOrd="0" destOrd="0" presId="urn:microsoft.com/office/officeart/2011/layout/TabList"/>
    <dgm:cxn modelId="{01745800-413B-491B-A648-AEA5E9815E76}" type="presParOf" srcId="{A2334784-FAEA-4D3E-93BF-50E5DC712EDF}" destId="{FCE072E7-3AFE-4632-AA18-306247D903D6}" srcOrd="1" destOrd="0" presId="urn:microsoft.com/office/officeart/2011/layout/TabList"/>
    <dgm:cxn modelId="{D2D411D8-50FC-450F-ACED-3C2EBD2FAC5E}" type="presParOf" srcId="{A2334784-FAEA-4D3E-93BF-50E5DC712EDF}" destId="{2117907D-7250-48BD-9A7E-5F199F2ADE9B}" srcOrd="2" destOrd="0" presId="urn:microsoft.com/office/officeart/2011/layout/TabList"/>
    <dgm:cxn modelId="{94C8416E-A8AD-4D84-83C6-AF50E3F5FE46}" type="presParOf" srcId="{0BCBD3B3-1FE1-4017-8394-C1941466CE1C}" destId="{7B41C1E6-5DAB-4562-BDCB-813E4FEF7582}" srcOrd="4" destOrd="0" presId="urn:microsoft.com/office/officeart/2011/layout/TabList"/>
    <dgm:cxn modelId="{DA9F06D7-0DFE-44A6-84FF-3D93E8643055}" type="presParOf" srcId="{0BCBD3B3-1FE1-4017-8394-C1941466CE1C}" destId="{C3C130AB-D285-4B8F-8C46-0FF5A8B07107}" srcOrd="5" destOrd="0" presId="urn:microsoft.com/office/officeart/2011/layout/TabList"/>
    <dgm:cxn modelId="{BEF8F17E-7480-4521-AD59-600206B1F9D0}" type="presParOf" srcId="{0BCBD3B3-1FE1-4017-8394-C1941466CE1C}" destId="{A0FB4581-83F6-431F-A7FE-3D4E328FB337}" srcOrd="6" destOrd="0" presId="urn:microsoft.com/office/officeart/2011/layout/TabList"/>
    <dgm:cxn modelId="{9AFF1FCE-E08B-42C0-95F3-B039A5D8A701}" type="presParOf" srcId="{A0FB4581-83F6-431F-A7FE-3D4E328FB337}" destId="{B5A21C39-1C2D-4411-8565-CBCBE5243A38}" srcOrd="0" destOrd="0" presId="urn:microsoft.com/office/officeart/2011/layout/TabList"/>
    <dgm:cxn modelId="{852BCBDE-8251-4C91-AEE5-815C4C0F7DF2}" type="presParOf" srcId="{A0FB4581-83F6-431F-A7FE-3D4E328FB337}" destId="{E4406870-62A6-4AEB-BBDA-DA22D348CD3B}" srcOrd="1" destOrd="0" presId="urn:microsoft.com/office/officeart/2011/layout/TabList"/>
    <dgm:cxn modelId="{154022AD-B1D3-4C04-B961-C540D7188F51}" type="presParOf" srcId="{A0FB4581-83F6-431F-A7FE-3D4E328FB337}" destId="{A98F6136-3CD4-4A26-825E-91E2FB53FAC9}" srcOrd="2" destOrd="0" presId="urn:microsoft.com/office/officeart/2011/layout/TabList"/>
    <dgm:cxn modelId="{5A5C8B37-AB24-4D51-80BA-B61965B91715}" type="presParOf" srcId="{0BCBD3B3-1FE1-4017-8394-C1941466CE1C}" destId="{32FA1007-4439-4BD2-BA64-8D5081AFE1C2}" srcOrd="7" destOrd="0" presId="urn:microsoft.com/office/officeart/2011/layout/Tab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36840E5B-6247-445D-AABB-CD6623D6F83C}" type="doc">
      <dgm:prSet loTypeId="urn:microsoft.com/office/officeart/2011/layout/Tab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68D91CC2-E79F-4B88-AADC-EA6E459F54AF}">
      <dgm:prSet phldrT="[Text]" custT="1"/>
      <dgm:spPr/>
      <dgm:t>
        <a:bodyPr/>
        <a:lstStyle/>
        <a:p>
          <a:pPr algn="l">
            <a:buNone/>
          </a:pPr>
          <a:r>
            <a:rPr lang="en-US" sz="2000" b="1" dirty="0"/>
            <a:t>User Growth Support</a:t>
          </a:r>
        </a:p>
      </dgm:t>
    </dgm:pt>
    <dgm:pt modelId="{95170581-284D-48A7-BBBD-FB968F300CF2}" type="parTrans" cxnId="{414493F7-BB1D-4802-8F97-FAED3C16AACD}">
      <dgm:prSet/>
      <dgm:spPr/>
      <dgm:t>
        <a:bodyPr/>
        <a:lstStyle/>
        <a:p>
          <a:endParaRPr lang="en-US"/>
        </a:p>
      </dgm:t>
    </dgm:pt>
    <dgm:pt modelId="{6B7F3057-9E1F-4A7A-A03C-7D7A7BDAB44D}" type="sibTrans" cxnId="{414493F7-BB1D-4802-8F97-FAED3C16AACD}">
      <dgm:prSet/>
      <dgm:spPr/>
      <dgm:t>
        <a:bodyPr/>
        <a:lstStyle/>
        <a:p>
          <a:endParaRPr lang="en-US"/>
        </a:p>
      </dgm:t>
    </dgm:pt>
    <dgm:pt modelId="{1E817898-2A5E-4FFA-81E5-94DE320A9A60}">
      <dgm:prSet phldrT="[Text]" phldr="0"/>
      <dgm:spPr/>
      <dgm:t>
        <a:bodyPr/>
        <a:lstStyle/>
        <a:p>
          <a:endParaRPr lang="en-US" dirty="0"/>
        </a:p>
      </dgm:t>
    </dgm:pt>
    <dgm:pt modelId="{82DD2D97-BC3C-4E3E-A5BC-A1AED45203AE}" type="parTrans" cxnId="{6DE901ED-4CA1-4653-959B-B5355F5B44D2}">
      <dgm:prSet/>
      <dgm:spPr/>
      <dgm:t>
        <a:bodyPr/>
        <a:lstStyle/>
        <a:p>
          <a:endParaRPr lang="en-US"/>
        </a:p>
      </dgm:t>
    </dgm:pt>
    <dgm:pt modelId="{D7B8E482-4EC2-4584-884C-CFEA61F97F8C}" type="sibTrans" cxnId="{6DE901ED-4CA1-4653-959B-B5355F5B44D2}">
      <dgm:prSet/>
      <dgm:spPr/>
      <dgm:t>
        <a:bodyPr/>
        <a:lstStyle/>
        <a:p>
          <a:endParaRPr lang="en-US"/>
        </a:p>
      </dgm:t>
    </dgm:pt>
    <dgm:pt modelId="{BE9713F5-974C-4FE8-834E-B3FF6B803CC5}">
      <dgm:prSet phldrT="[Text]"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sz="2400" b="0" dirty="0">
              <a:solidFill>
                <a:schemeClr val="bg1"/>
              </a:solidFill>
            </a:rPr>
            <a:t>The system can handle increasing numbers of users and vehicles</a:t>
          </a:r>
        </a:p>
      </dgm:t>
    </dgm:pt>
    <dgm:pt modelId="{E3CD64BC-0228-46AE-8F1E-619D17632FA8}" type="parTrans" cxnId="{80A35790-F015-4B9D-BD90-F33D7BCA6449}">
      <dgm:prSet/>
      <dgm:spPr/>
      <dgm:t>
        <a:bodyPr/>
        <a:lstStyle/>
        <a:p>
          <a:endParaRPr lang="en-US"/>
        </a:p>
      </dgm:t>
    </dgm:pt>
    <dgm:pt modelId="{3A5B7842-560C-4157-AD84-C86A66EB1CF4}" type="sibTrans" cxnId="{80A35790-F015-4B9D-BD90-F33D7BCA6449}">
      <dgm:prSet/>
      <dgm:spPr/>
      <dgm:t>
        <a:bodyPr/>
        <a:lstStyle/>
        <a:p>
          <a:endParaRPr lang="en-US"/>
        </a:p>
      </dgm:t>
    </dgm:pt>
    <dgm:pt modelId="{65C3FBD9-76CA-4030-8166-EC34802443B9}">
      <dgm:prSet phldrT="[Text]"/>
      <dgm:spPr/>
      <dgm:t>
        <a:bodyPr/>
        <a:lstStyle/>
        <a:p>
          <a:pPr algn="l">
            <a:buNone/>
          </a:pPr>
          <a:r>
            <a:rPr lang="en-US" b="1" dirty="0"/>
            <a:t>Smart City Integration</a:t>
          </a:r>
        </a:p>
      </dgm:t>
    </dgm:pt>
    <dgm:pt modelId="{638B0D96-4CE5-427C-8265-2DDDD314F042}" type="parTrans" cxnId="{DE1EC306-D6A8-43B9-A974-03C916536A00}">
      <dgm:prSet/>
      <dgm:spPr/>
      <dgm:t>
        <a:bodyPr/>
        <a:lstStyle/>
        <a:p>
          <a:endParaRPr lang="en-US"/>
        </a:p>
      </dgm:t>
    </dgm:pt>
    <dgm:pt modelId="{5236356E-63B7-46D5-ABCE-D72936B1E735}" type="sibTrans" cxnId="{DE1EC306-D6A8-43B9-A974-03C916536A00}">
      <dgm:prSet/>
      <dgm:spPr/>
      <dgm:t>
        <a:bodyPr/>
        <a:lstStyle/>
        <a:p>
          <a:endParaRPr lang="en-US"/>
        </a:p>
      </dgm:t>
    </dgm:pt>
    <dgm:pt modelId="{EC043E9C-0BDF-4B2F-9F9C-FB7083015949}">
      <dgm:prSet phldrT="[Text]" phldr="0"/>
      <dgm:spPr/>
      <dgm:t>
        <a:bodyPr/>
        <a:lstStyle/>
        <a:p>
          <a:endParaRPr lang="en-US" dirty="0"/>
        </a:p>
      </dgm:t>
    </dgm:pt>
    <dgm:pt modelId="{46F853FB-AC7F-45F9-B710-6EE66E864E00}" type="parTrans" cxnId="{F5E5BEFA-D7FE-484E-9366-E4BB76C67114}">
      <dgm:prSet/>
      <dgm:spPr/>
      <dgm:t>
        <a:bodyPr/>
        <a:lstStyle/>
        <a:p>
          <a:endParaRPr lang="en-US"/>
        </a:p>
      </dgm:t>
    </dgm:pt>
    <dgm:pt modelId="{DCAB32C8-610E-4179-B593-C2E732773F4B}" type="sibTrans" cxnId="{F5E5BEFA-D7FE-484E-9366-E4BB76C67114}">
      <dgm:prSet/>
      <dgm:spPr/>
      <dgm:t>
        <a:bodyPr/>
        <a:lstStyle/>
        <a:p>
          <a:endParaRPr lang="en-US"/>
        </a:p>
      </dgm:t>
    </dgm:pt>
    <dgm:pt modelId="{452C2A63-0E13-4DE8-9E3F-DE0B66FE30B4}">
      <dgm:prSet phldrT="[Text]"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sz="2400" dirty="0">
              <a:solidFill>
                <a:schemeClr val="bg1"/>
              </a:solidFill>
            </a:rPr>
            <a:t>Can be integrated with other smart city services in the future.</a:t>
          </a:r>
        </a:p>
      </dgm:t>
    </dgm:pt>
    <dgm:pt modelId="{3FD01E82-632E-4677-BB11-F684F30C1DC4}" type="sibTrans" cxnId="{98777801-1E74-4922-BE55-F1DD8DBF3209}">
      <dgm:prSet/>
      <dgm:spPr/>
      <dgm:t>
        <a:bodyPr/>
        <a:lstStyle/>
        <a:p>
          <a:endParaRPr lang="en-US"/>
        </a:p>
      </dgm:t>
    </dgm:pt>
    <dgm:pt modelId="{9BC79D38-4996-4B82-AE68-4D4E4DDAB2DA}" type="parTrans" cxnId="{98777801-1E74-4922-BE55-F1DD8DBF3209}">
      <dgm:prSet/>
      <dgm:spPr/>
      <dgm:t>
        <a:bodyPr/>
        <a:lstStyle/>
        <a:p>
          <a:endParaRPr lang="en-US"/>
        </a:p>
      </dgm:t>
    </dgm:pt>
    <dgm:pt modelId="{7BF3AEC1-013C-4A76-92DB-86724E32859D}" type="pres">
      <dgm:prSet presAssocID="{36840E5B-6247-445D-AABB-CD6623D6F83C}" presName="Name0" presStyleCnt="0">
        <dgm:presLayoutVars>
          <dgm:chMax/>
          <dgm:chPref val="3"/>
          <dgm:dir/>
          <dgm:animOne val="branch"/>
          <dgm:animLvl val="lvl"/>
        </dgm:presLayoutVars>
      </dgm:prSet>
      <dgm:spPr/>
    </dgm:pt>
    <dgm:pt modelId="{6405ACA1-95E3-4D6E-8F12-6A90BD81A2C7}" type="pres">
      <dgm:prSet presAssocID="{68D91CC2-E79F-4B88-AADC-EA6E459F54AF}" presName="composite" presStyleCnt="0"/>
      <dgm:spPr/>
    </dgm:pt>
    <dgm:pt modelId="{BAF9B106-B520-4517-A7BA-D4202EED9C46}" type="pres">
      <dgm:prSet presAssocID="{68D91CC2-E79F-4B88-AADC-EA6E459F54AF}" presName="FirstChild" presStyleLbl="revTx" presStyleIdx="0" presStyleCnt="4">
        <dgm:presLayoutVars>
          <dgm:chMax val="0"/>
          <dgm:chPref val="0"/>
          <dgm:bulletEnabled val="1"/>
        </dgm:presLayoutVars>
      </dgm:prSet>
      <dgm:spPr/>
    </dgm:pt>
    <dgm:pt modelId="{2CD62974-90E3-466E-91D1-EBDDACA63222}" type="pres">
      <dgm:prSet presAssocID="{68D91CC2-E79F-4B88-AADC-EA6E459F54AF}" presName="Parent" presStyleLbl="alignNode1" presStyleIdx="0" presStyleCnt="2" custScaleX="100503" custScaleY="148933">
        <dgm:presLayoutVars>
          <dgm:chMax val="3"/>
          <dgm:chPref val="3"/>
          <dgm:bulletEnabled val="1"/>
        </dgm:presLayoutVars>
      </dgm:prSet>
      <dgm:spPr/>
    </dgm:pt>
    <dgm:pt modelId="{90B1DCF5-52E1-41EF-B631-1A5203AE1AF8}" type="pres">
      <dgm:prSet presAssocID="{68D91CC2-E79F-4B88-AADC-EA6E459F54AF}" presName="Accent" presStyleLbl="parChTrans1D1" presStyleIdx="0" presStyleCnt="2"/>
      <dgm:spPr/>
    </dgm:pt>
    <dgm:pt modelId="{E377C82F-97F4-4282-B9F3-6422BE400866}" type="pres">
      <dgm:prSet presAssocID="{68D91CC2-E79F-4B88-AADC-EA6E459F54AF}" presName="Child" presStyleLbl="revTx" presStyleIdx="1" presStyleCnt="4">
        <dgm:presLayoutVars>
          <dgm:chMax val="0"/>
          <dgm:chPref val="0"/>
          <dgm:bulletEnabled val="1"/>
        </dgm:presLayoutVars>
      </dgm:prSet>
      <dgm:spPr/>
    </dgm:pt>
    <dgm:pt modelId="{5D90103C-17DF-4BBF-BD5F-33D2E62B774B}" type="pres">
      <dgm:prSet presAssocID="{6B7F3057-9E1F-4A7A-A03C-7D7A7BDAB44D}" presName="sibTrans" presStyleCnt="0"/>
      <dgm:spPr/>
    </dgm:pt>
    <dgm:pt modelId="{1226ACEE-7BF1-43AB-98D5-67C103012BEB}" type="pres">
      <dgm:prSet presAssocID="{65C3FBD9-76CA-4030-8166-EC34802443B9}" presName="composite" presStyleCnt="0"/>
      <dgm:spPr/>
    </dgm:pt>
    <dgm:pt modelId="{6D829DF2-4C06-4214-B5F3-F11E84F80DF2}" type="pres">
      <dgm:prSet presAssocID="{65C3FBD9-76CA-4030-8166-EC34802443B9}" presName="FirstChild" presStyleLbl="revTx" presStyleIdx="2" presStyleCnt="4">
        <dgm:presLayoutVars>
          <dgm:chMax val="0"/>
          <dgm:chPref val="0"/>
          <dgm:bulletEnabled val="1"/>
        </dgm:presLayoutVars>
      </dgm:prSet>
      <dgm:spPr/>
    </dgm:pt>
    <dgm:pt modelId="{0116A24B-3863-46D1-9683-11AD89BD0B17}" type="pres">
      <dgm:prSet presAssocID="{65C3FBD9-76CA-4030-8166-EC34802443B9}" presName="Parent" presStyleLbl="alignNode1" presStyleIdx="1" presStyleCnt="2" custLinFactNeighborY="-42090">
        <dgm:presLayoutVars>
          <dgm:chMax val="3"/>
          <dgm:chPref val="3"/>
          <dgm:bulletEnabled val="1"/>
        </dgm:presLayoutVars>
      </dgm:prSet>
      <dgm:spPr/>
    </dgm:pt>
    <dgm:pt modelId="{98AED458-3750-4028-9B88-AB92BE8337F3}" type="pres">
      <dgm:prSet presAssocID="{65C3FBD9-76CA-4030-8166-EC34802443B9}" presName="Accent" presStyleLbl="parChTrans1D1" presStyleIdx="1" presStyleCnt="2"/>
      <dgm:spPr/>
    </dgm:pt>
    <dgm:pt modelId="{E2BA96B6-C658-4E70-83FF-CF28F0CB9F57}" type="pres">
      <dgm:prSet presAssocID="{65C3FBD9-76CA-4030-8166-EC34802443B9}" presName="Child" presStyleLbl="revTx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98777801-1E74-4922-BE55-F1DD8DBF3209}" srcId="{65C3FBD9-76CA-4030-8166-EC34802443B9}" destId="{452C2A63-0E13-4DE8-9E3F-DE0B66FE30B4}" srcOrd="1" destOrd="0" parTransId="{9BC79D38-4996-4B82-AE68-4D4E4DDAB2DA}" sibTransId="{3FD01E82-632E-4677-BB11-F684F30C1DC4}"/>
    <dgm:cxn modelId="{DE1EC306-D6A8-43B9-A974-03C916536A00}" srcId="{36840E5B-6247-445D-AABB-CD6623D6F83C}" destId="{65C3FBD9-76CA-4030-8166-EC34802443B9}" srcOrd="1" destOrd="0" parTransId="{638B0D96-4CE5-427C-8265-2DDDD314F042}" sibTransId="{5236356E-63B7-46D5-ABCE-D72936B1E735}"/>
    <dgm:cxn modelId="{BC80361D-7638-43CE-A8A4-34E1B78F670A}" type="presOf" srcId="{EC043E9C-0BDF-4B2F-9F9C-FB7083015949}" destId="{6D829DF2-4C06-4214-B5F3-F11E84F80DF2}" srcOrd="0" destOrd="0" presId="urn:microsoft.com/office/officeart/2011/layout/TabList"/>
    <dgm:cxn modelId="{0E0C8D3A-2525-4E7D-847C-05E9A368FE70}" type="presOf" srcId="{452C2A63-0E13-4DE8-9E3F-DE0B66FE30B4}" destId="{E2BA96B6-C658-4E70-83FF-CF28F0CB9F57}" srcOrd="0" destOrd="0" presId="urn:microsoft.com/office/officeart/2011/layout/TabList"/>
    <dgm:cxn modelId="{36B0C541-4E4B-4FDD-B5D7-E259F1737188}" type="presOf" srcId="{65C3FBD9-76CA-4030-8166-EC34802443B9}" destId="{0116A24B-3863-46D1-9683-11AD89BD0B17}" srcOrd="0" destOrd="0" presId="urn:microsoft.com/office/officeart/2011/layout/TabList"/>
    <dgm:cxn modelId="{80A35790-F015-4B9D-BD90-F33D7BCA6449}" srcId="{68D91CC2-E79F-4B88-AADC-EA6E459F54AF}" destId="{BE9713F5-974C-4FE8-834E-B3FF6B803CC5}" srcOrd="1" destOrd="0" parTransId="{E3CD64BC-0228-46AE-8F1E-619D17632FA8}" sibTransId="{3A5B7842-560C-4157-AD84-C86A66EB1CF4}"/>
    <dgm:cxn modelId="{FDA82DB8-2055-4D9D-A2AF-89DFC35AC1A2}" type="presOf" srcId="{1E817898-2A5E-4FFA-81E5-94DE320A9A60}" destId="{BAF9B106-B520-4517-A7BA-D4202EED9C46}" srcOrd="0" destOrd="0" presId="urn:microsoft.com/office/officeart/2011/layout/TabList"/>
    <dgm:cxn modelId="{AD4E21DE-C233-457F-A7AE-9DBEF382483E}" type="presOf" srcId="{68D91CC2-E79F-4B88-AADC-EA6E459F54AF}" destId="{2CD62974-90E3-466E-91D1-EBDDACA63222}" srcOrd="0" destOrd="0" presId="urn:microsoft.com/office/officeart/2011/layout/TabList"/>
    <dgm:cxn modelId="{3FC6ADE2-D1AD-442D-9AD0-35C7B7E2458D}" type="presOf" srcId="{BE9713F5-974C-4FE8-834E-B3FF6B803CC5}" destId="{E377C82F-97F4-4282-B9F3-6422BE400866}" srcOrd="0" destOrd="0" presId="urn:microsoft.com/office/officeart/2011/layout/TabList"/>
    <dgm:cxn modelId="{6DE901ED-4CA1-4653-959B-B5355F5B44D2}" srcId="{68D91CC2-E79F-4B88-AADC-EA6E459F54AF}" destId="{1E817898-2A5E-4FFA-81E5-94DE320A9A60}" srcOrd="0" destOrd="0" parTransId="{82DD2D97-BC3C-4E3E-A5BC-A1AED45203AE}" sibTransId="{D7B8E482-4EC2-4584-884C-CFEA61F97F8C}"/>
    <dgm:cxn modelId="{414493F7-BB1D-4802-8F97-FAED3C16AACD}" srcId="{36840E5B-6247-445D-AABB-CD6623D6F83C}" destId="{68D91CC2-E79F-4B88-AADC-EA6E459F54AF}" srcOrd="0" destOrd="0" parTransId="{95170581-284D-48A7-BBBD-FB968F300CF2}" sibTransId="{6B7F3057-9E1F-4A7A-A03C-7D7A7BDAB44D}"/>
    <dgm:cxn modelId="{F5E5BEFA-D7FE-484E-9366-E4BB76C67114}" srcId="{65C3FBD9-76CA-4030-8166-EC34802443B9}" destId="{EC043E9C-0BDF-4B2F-9F9C-FB7083015949}" srcOrd="0" destOrd="0" parTransId="{46F853FB-AC7F-45F9-B710-6EE66E864E00}" sibTransId="{DCAB32C8-610E-4179-B593-C2E732773F4B}"/>
    <dgm:cxn modelId="{91F2E4FF-D7ED-46BD-B044-61DB17582AC1}" type="presOf" srcId="{36840E5B-6247-445D-AABB-CD6623D6F83C}" destId="{7BF3AEC1-013C-4A76-92DB-86724E32859D}" srcOrd="0" destOrd="0" presId="urn:microsoft.com/office/officeart/2011/layout/TabList"/>
    <dgm:cxn modelId="{39DE5488-E24D-4535-AB23-0DC8B7D74CAD}" type="presParOf" srcId="{7BF3AEC1-013C-4A76-92DB-86724E32859D}" destId="{6405ACA1-95E3-4D6E-8F12-6A90BD81A2C7}" srcOrd="0" destOrd="0" presId="urn:microsoft.com/office/officeart/2011/layout/TabList"/>
    <dgm:cxn modelId="{ABA0A351-3BC8-4A36-96FE-26BC601838BE}" type="presParOf" srcId="{6405ACA1-95E3-4D6E-8F12-6A90BD81A2C7}" destId="{BAF9B106-B520-4517-A7BA-D4202EED9C46}" srcOrd="0" destOrd="0" presId="urn:microsoft.com/office/officeart/2011/layout/TabList"/>
    <dgm:cxn modelId="{0A97CC5A-A466-4C31-B3EB-7D31534B0E0A}" type="presParOf" srcId="{6405ACA1-95E3-4D6E-8F12-6A90BD81A2C7}" destId="{2CD62974-90E3-466E-91D1-EBDDACA63222}" srcOrd="1" destOrd="0" presId="urn:microsoft.com/office/officeart/2011/layout/TabList"/>
    <dgm:cxn modelId="{05B2D8DE-5686-4C6A-ABBE-D418638907A3}" type="presParOf" srcId="{6405ACA1-95E3-4D6E-8F12-6A90BD81A2C7}" destId="{90B1DCF5-52E1-41EF-B631-1A5203AE1AF8}" srcOrd="2" destOrd="0" presId="urn:microsoft.com/office/officeart/2011/layout/TabList"/>
    <dgm:cxn modelId="{D4967C1F-6AA3-4231-932F-39C40FC67820}" type="presParOf" srcId="{7BF3AEC1-013C-4A76-92DB-86724E32859D}" destId="{E377C82F-97F4-4282-B9F3-6422BE400866}" srcOrd="1" destOrd="0" presId="urn:microsoft.com/office/officeart/2011/layout/TabList"/>
    <dgm:cxn modelId="{1FCC02DB-B8CA-4107-A3F3-6CD403B9DD0F}" type="presParOf" srcId="{7BF3AEC1-013C-4A76-92DB-86724E32859D}" destId="{5D90103C-17DF-4BBF-BD5F-33D2E62B774B}" srcOrd="2" destOrd="0" presId="urn:microsoft.com/office/officeart/2011/layout/TabList"/>
    <dgm:cxn modelId="{03CD7623-4051-4DD2-959C-2096417BCAC4}" type="presParOf" srcId="{7BF3AEC1-013C-4A76-92DB-86724E32859D}" destId="{1226ACEE-7BF1-43AB-98D5-67C103012BEB}" srcOrd="3" destOrd="0" presId="urn:microsoft.com/office/officeart/2011/layout/TabList"/>
    <dgm:cxn modelId="{5D6CFA3F-D577-41D7-B083-640D8BFDE44F}" type="presParOf" srcId="{1226ACEE-7BF1-43AB-98D5-67C103012BEB}" destId="{6D829DF2-4C06-4214-B5F3-F11E84F80DF2}" srcOrd="0" destOrd="0" presId="urn:microsoft.com/office/officeart/2011/layout/TabList"/>
    <dgm:cxn modelId="{811C2072-CF99-4421-B0F3-C7F2050E6B86}" type="presParOf" srcId="{1226ACEE-7BF1-43AB-98D5-67C103012BEB}" destId="{0116A24B-3863-46D1-9683-11AD89BD0B17}" srcOrd="1" destOrd="0" presId="urn:microsoft.com/office/officeart/2011/layout/TabList"/>
    <dgm:cxn modelId="{C8B1CFB9-7B47-40AB-927C-A93B6C8640BE}" type="presParOf" srcId="{1226ACEE-7BF1-43AB-98D5-67C103012BEB}" destId="{98AED458-3750-4028-9B88-AB92BE8337F3}" srcOrd="2" destOrd="0" presId="urn:microsoft.com/office/officeart/2011/layout/TabList"/>
    <dgm:cxn modelId="{F34D0439-0492-4D85-B39A-546B2098327B}" type="presParOf" srcId="{7BF3AEC1-013C-4A76-92DB-86724E32859D}" destId="{E2BA96B6-C658-4E70-83FF-CF28F0CB9F57}" srcOrd="4" destOrd="0" presId="urn:microsoft.com/office/officeart/2011/layout/TabList"/>
  </dgm:cxnLst>
  <dgm:bg/>
  <dgm:whole/>
  <dgm:extLst>
    <a:ext uri="http://schemas.microsoft.com/office/drawing/2008/diagram">
      <dsp:dataModelExt xmlns:dsp="http://schemas.microsoft.com/office/drawing/2008/diagram" relId="rId12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1B8A668-A852-46CB-AFE2-678898C76E7B}">
      <dsp:nvSpPr>
        <dsp:cNvPr id="0" name=""/>
        <dsp:cNvSpPr/>
      </dsp:nvSpPr>
      <dsp:spPr>
        <a:xfrm>
          <a:off x="0" y="11885"/>
          <a:ext cx="4408128" cy="69556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 dirty="0"/>
            <a:t>Hardware</a:t>
          </a:r>
        </a:p>
      </dsp:txBody>
      <dsp:txXfrm>
        <a:off x="33955" y="45840"/>
        <a:ext cx="4340218" cy="627655"/>
      </dsp:txXfrm>
    </dsp:sp>
    <dsp:sp modelId="{3BA50E67-ECF3-45E1-A844-1AE1B5326D44}">
      <dsp:nvSpPr>
        <dsp:cNvPr id="0" name=""/>
        <dsp:cNvSpPr/>
      </dsp:nvSpPr>
      <dsp:spPr>
        <a:xfrm>
          <a:off x="0" y="707450"/>
          <a:ext cx="4408128" cy="159079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9958" tIns="36830" rIns="206248" bIns="36830" numCol="1" spcCol="1270" anchor="t" anchorCtr="0">
          <a:noAutofit/>
        </a:bodyPr>
        <a:lstStyle/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Arial" panose="020B0604020202020204" pitchFamily="34" charset="0"/>
            <a:buChar char="•"/>
          </a:pPr>
          <a:r>
            <a:rPr lang="en-US" sz="2300" kern="1200" dirty="0">
              <a:solidFill>
                <a:schemeClr val="bg1"/>
              </a:solidFill>
            </a:rPr>
            <a:t>ESP32</a:t>
          </a:r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Arial" panose="020B0604020202020204" pitchFamily="34" charset="0"/>
            <a:buChar char="•"/>
          </a:pPr>
          <a:r>
            <a:rPr lang="en-US" sz="2300" kern="1200" dirty="0">
              <a:solidFill>
                <a:schemeClr val="bg1"/>
              </a:solidFill>
            </a:rPr>
            <a:t>Servo Motor (Gate control)</a:t>
          </a:r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Arial" panose="020B0604020202020204" pitchFamily="34" charset="0"/>
            <a:buChar char="•"/>
          </a:pPr>
          <a:r>
            <a:rPr lang="en-US" sz="2300" kern="1200" dirty="0">
              <a:solidFill>
                <a:schemeClr val="bg1"/>
              </a:solidFill>
            </a:rPr>
            <a:t>IR Sensors (slot detection)</a:t>
          </a:r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Arial" panose="020B0604020202020204" pitchFamily="34" charset="0"/>
            <a:buChar char="•"/>
          </a:pPr>
          <a:r>
            <a:rPr lang="en-US" sz="2300" kern="1200" dirty="0">
              <a:solidFill>
                <a:schemeClr val="bg1"/>
              </a:solidFill>
            </a:rPr>
            <a:t>LCD Display</a:t>
          </a:r>
        </a:p>
      </dsp:txBody>
      <dsp:txXfrm>
        <a:off x="0" y="707450"/>
        <a:ext cx="4408128" cy="1590794"/>
      </dsp:txXfrm>
    </dsp:sp>
    <dsp:sp modelId="{404A2134-FA82-4C3F-83B9-DE26EDF4856B}">
      <dsp:nvSpPr>
        <dsp:cNvPr id="0" name=""/>
        <dsp:cNvSpPr/>
      </dsp:nvSpPr>
      <dsp:spPr>
        <a:xfrm>
          <a:off x="0" y="2298245"/>
          <a:ext cx="4408128" cy="69556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 dirty="0"/>
            <a:t>Web / Dashboard</a:t>
          </a:r>
        </a:p>
      </dsp:txBody>
      <dsp:txXfrm>
        <a:off x="33955" y="2332200"/>
        <a:ext cx="4340218" cy="627655"/>
      </dsp:txXfrm>
    </dsp:sp>
    <dsp:sp modelId="{5817F3E5-1B04-4D15-8EEB-E6536CFCE768}">
      <dsp:nvSpPr>
        <dsp:cNvPr id="0" name=""/>
        <dsp:cNvSpPr/>
      </dsp:nvSpPr>
      <dsp:spPr>
        <a:xfrm>
          <a:off x="0" y="2993810"/>
          <a:ext cx="4408128" cy="120059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9958" tIns="36830" rIns="206248" bIns="36830" numCol="1" spcCol="1270" anchor="t" anchorCtr="0">
          <a:noAutofit/>
        </a:bodyPr>
        <a:lstStyle/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Arial" panose="020B0604020202020204" pitchFamily="34" charset="0"/>
            <a:buChar char="•"/>
          </a:pPr>
          <a:r>
            <a:rPr lang="en-US" sz="2300" kern="1200" dirty="0">
              <a:solidFill>
                <a:schemeClr val="bg1"/>
              </a:solidFill>
            </a:rPr>
            <a:t>HTML</a:t>
          </a:r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Arial" panose="020B0604020202020204" pitchFamily="34" charset="0"/>
            <a:buChar char="•"/>
          </a:pPr>
          <a:r>
            <a:rPr lang="en-US" sz="2300" kern="1200">
              <a:solidFill>
                <a:schemeClr val="bg1"/>
              </a:solidFill>
            </a:rPr>
            <a:t>CSS</a:t>
          </a:r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Arial" panose="020B0604020202020204" pitchFamily="34" charset="0"/>
            <a:buChar char="•"/>
          </a:pPr>
          <a:r>
            <a:rPr lang="en-US" sz="2300" kern="1200" dirty="0">
              <a:solidFill>
                <a:schemeClr val="bg1"/>
              </a:solidFill>
            </a:rPr>
            <a:t>JavaScript</a:t>
          </a:r>
        </a:p>
      </dsp:txBody>
      <dsp:txXfrm>
        <a:off x="0" y="2993810"/>
        <a:ext cx="4408128" cy="120059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042DA43-745C-413F-A143-4E922038792B}">
      <dsp:nvSpPr>
        <dsp:cNvPr id="0" name=""/>
        <dsp:cNvSpPr/>
      </dsp:nvSpPr>
      <dsp:spPr>
        <a:xfrm>
          <a:off x="0" y="111162"/>
          <a:ext cx="4319639" cy="64843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Networking / Data</a:t>
          </a:r>
        </a:p>
      </dsp:txBody>
      <dsp:txXfrm>
        <a:off x="31654" y="142816"/>
        <a:ext cx="4256331" cy="585127"/>
      </dsp:txXfrm>
    </dsp:sp>
    <dsp:sp modelId="{27BC27B1-B3EB-4407-A123-543F1742F9E8}">
      <dsp:nvSpPr>
        <dsp:cNvPr id="0" name=""/>
        <dsp:cNvSpPr/>
      </dsp:nvSpPr>
      <dsp:spPr>
        <a:xfrm>
          <a:off x="0" y="759597"/>
          <a:ext cx="4319639" cy="8759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49" tIns="27940" rIns="156464" bIns="27940" numCol="1" spcCol="1270" anchor="t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Arial" panose="020B0604020202020204" pitchFamily="34" charset="0"/>
            <a:buChar char="•"/>
          </a:pPr>
          <a:endParaRPr lang="en-US" sz="1700" kern="1200" dirty="0">
            <a:solidFill>
              <a:schemeClr val="bg1"/>
            </a:solidFill>
          </a:endParaRP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Arial" panose="020B0604020202020204" pitchFamily="34" charset="0"/>
            <a:buChar char="•"/>
          </a:pPr>
          <a:r>
            <a:rPr lang="en-US" sz="1700" kern="1200" dirty="0">
              <a:solidFill>
                <a:schemeClr val="bg1"/>
              </a:solidFill>
            </a:rPr>
            <a:t>Wi-Fi (ESP32 connectivity)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Arial" panose="020B0604020202020204" pitchFamily="34" charset="0"/>
            <a:buChar char="•"/>
          </a:pPr>
          <a:r>
            <a:rPr lang="en-US" sz="1700" kern="1200" dirty="0">
              <a:solidFill>
                <a:schemeClr val="bg1"/>
              </a:solidFill>
            </a:rPr>
            <a:t>I2C protocol (LCD display)</a:t>
          </a:r>
        </a:p>
      </dsp:txBody>
      <dsp:txXfrm>
        <a:off x="0" y="759597"/>
        <a:ext cx="4319639" cy="875962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042DA43-745C-413F-A143-4E922038792B}">
      <dsp:nvSpPr>
        <dsp:cNvPr id="0" name=""/>
        <dsp:cNvSpPr/>
      </dsp:nvSpPr>
      <dsp:spPr>
        <a:xfrm>
          <a:off x="0" y="193281"/>
          <a:ext cx="4319639" cy="69262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/>
            <a:t>Software</a:t>
          </a:r>
        </a:p>
      </dsp:txBody>
      <dsp:txXfrm>
        <a:off x="33811" y="227092"/>
        <a:ext cx="4252017" cy="625007"/>
      </dsp:txXfrm>
    </dsp:sp>
    <dsp:sp modelId="{27BC27B1-B3EB-4407-A123-543F1742F9E8}">
      <dsp:nvSpPr>
        <dsp:cNvPr id="0" name=""/>
        <dsp:cNvSpPr/>
      </dsp:nvSpPr>
      <dsp:spPr>
        <a:xfrm>
          <a:off x="0" y="701571"/>
          <a:ext cx="4319639" cy="103620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49" tIns="33020" rIns="184912" bIns="3302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Arial" panose="020B0604020202020204" pitchFamily="34" charset="0"/>
            <a:buChar char="•"/>
          </a:pPr>
          <a:endParaRPr lang="en-US" sz="2000" kern="1200" dirty="0">
            <a:solidFill>
              <a:schemeClr val="bg1"/>
            </a:solidFill>
          </a:endParaRP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Arial" panose="020B0604020202020204" pitchFamily="34" charset="0"/>
            <a:buChar char="•"/>
          </a:pPr>
          <a:r>
            <a:rPr lang="en-US" sz="2000" kern="1200" dirty="0">
              <a:solidFill>
                <a:schemeClr val="bg1"/>
              </a:solidFill>
            </a:rPr>
            <a:t>Arduino IDE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Arial" panose="020B0604020202020204" pitchFamily="34" charset="0"/>
            <a:buChar char="•"/>
          </a:pPr>
          <a:r>
            <a:rPr lang="en-US" sz="2000" kern="1200" dirty="0">
              <a:solidFill>
                <a:schemeClr val="bg1"/>
              </a:solidFill>
            </a:rPr>
            <a:t>Embedded C / C++ programming</a:t>
          </a:r>
        </a:p>
      </dsp:txBody>
      <dsp:txXfrm>
        <a:off x="0" y="701571"/>
        <a:ext cx="4319639" cy="1036208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98F6136-3CD4-4A26-825E-91E2FB53FAC9}">
      <dsp:nvSpPr>
        <dsp:cNvPr id="0" name=""/>
        <dsp:cNvSpPr/>
      </dsp:nvSpPr>
      <dsp:spPr>
        <a:xfrm>
          <a:off x="0" y="2635817"/>
          <a:ext cx="10169833" cy="0"/>
        </a:xfrm>
        <a:prstGeom prst="line">
          <a:avLst/>
        </a:pr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117907D-7250-48BD-9A7E-5F199F2ADE9B}">
      <dsp:nvSpPr>
        <dsp:cNvPr id="0" name=""/>
        <dsp:cNvSpPr/>
      </dsp:nvSpPr>
      <dsp:spPr>
        <a:xfrm>
          <a:off x="0" y="1503692"/>
          <a:ext cx="10169833" cy="0"/>
        </a:xfrm>
        <a:prstGeom prst="line">
          <a:avLst/>
        </a:pr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942A8D3-3178-488A-A4D0-FAB49B6B26EC}">
      <dsp:nvSpPr>
        <dsp:cNvPr id="0" name=""/>
        <dsp:cNvSpPr/>
      </dsp:nvSpPr>
      <dsp:spPr>
        <a:xfrm>
          <a:off x="0" y="371566"/>
          <a:ext cx="10169833" cy="0"/>
        </a:xfrm>
        <a:prstGeom prst="line">
          <a:avLst/>
        </a:pr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BF4E9B5-FACD-450A-B5E0-5287BAC2CFF2}">
      <dsp:nvSpPr>
        <dsp:cNvPr id="0" name=""/>
        <dsp:cNvSpPr/>
      </dsp:nvSpPr>
      <dsp:spPr>
        <a:xfrm>
          <a:off x="2644156" y="414"/>
          <a:ext cx="7525676" cy="37115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6195" tIns="36195" rIns="36195" bIns="36195" numCol="1" spcCol="1270" anchor="b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900" kern="1200" dirty="0"/>
        </a:p>
      </dsp:txBody>
      <dsp:txXfrm>
        <a:off x="2644156" y="414"/>
        <a:ext cx="7525676" cy="371152"/>
      </dsp:txXfrm>
    </dsp:sp>
    <dsp:sp modelId="{310D4630-59EF-4295-859D-C15EBE4303E8}">
      <dsp:nvSpPr>
        <dsp:cNvPr id="0" name=""/>
        <dsp:cNvSpPr/>
      </dsp:nvSpPr>
      <dsp:spPr>
        <a:xfrm>
          <a:off x="0" y="414"/>
          <a:ext cx="2644156" cy="371152"/>
        </a:xfrm>
        <a:prstGeom prst="round2SameRect">
          <a:avLst>
            <a:gd name="adj1" fmla="val 16670"/>
            <a:gd name="adj2" fmla="val 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195" tIns="36195" rIns="36195" bIns="36195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kern="1200" dirty="0"/>
            <a:t>Expandable System</a:t>
          </a:r>
          <a:r>
            <a:rPr lang="en-US" sz="1900" kern="1200" dirty="0"/>
            <a:t> </a:t>
          </a:r>
        </a:p>
      </dsp:txBody>
      <dsp:txXfrm>
        <a:off x="18121" y="18535"/>
        <a:ext cx="2607914" cy="353031"/>
      </dsp:txXfrm>
    </dsp:sp>
    <dsp:sp modelId="{55E0A837-75FC-48FA-BD3B-F9B5378D2F6B}">
      <dsp:nvSpPr>
        <dsp:cNvPr id="0" name=""/>
        <dsp:cNvSpPr/>
      </dsp:nvSpPr>
      <dsp:spPr>
        <a:xfrm>
          <a:off x="0" y="371566"/>
          <a:ext cx="10169833" cy="7424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t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2400" kern="1200" dirty="0">
              <a:solidFill>
                <a:schemeClr val="bg1"/>
              </a:solidFill>
            </a:rPr>
            <a:t>More parking slots and sensors can be added easily</a:t>
          </a:r>
          <a:r>
            <a:rPr lang="en-US" sz="1500" kern="1200" dirty="0"/>
            <a:t>.</a:t>
          </a:r>
        </a:p>
      </dsp:txBody>
      <dsp:txXfrm>
        <a:off x="0" y="371566"/>
        <a:ext cx="10169833" cy="742415"/>
      </dsp:txXfrm>
    </dsp:sp>
    <dsp:sp modelId="{E817D255-648E-4186-A98C-EDCE649DCE92}">
      <dsp:nvSpPr>
        <dsp:cNvPr id="0" name=""/>
        <dsp:cNvSpPr/>
      </dsp:nvSpPr>
      <dsp:spPr>
        <a:xfrm>
          <a:off x="2644156" y="1132539"/>
          <a:ext cx="7525676" cy="37115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6195" tIns="36195" rIns="36195" bIns="36195" numCol="1" spcCol="1270" anchor="b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900" kern="1200" dirty="0"/>
        </a:p>
      </dsp:txBody>
      <dsp:txXfrm>
        <a:off x="2644156" y="1132539"/>
        <a:ext cx="7525676" cy="371152"/>
      </dsp:txXfrm>
    </dsp:sp>
    <dsp:sp modelId="{FCE072E7-3AFE-4632-AA18-306247D903D6}">
      <dsp:nvSpPr>
        <dsp:cNvPr id="0" name=""/>
        <dsp:cNvSpPr/>
      </dsp:nvSpPr>
      <dsp:spPr>
        <a:xfrm>
          <a:off x="0" y="821113"/>
          <a:ext cx="2644156" cy="371152"/>
        </a:xfrm>
        <a:prstGeom prst="round2SameRect">
          <a:avLst>
            <a:gd name="adj1" fmla="val 16670"/>
            <a:gd name="adj2" fmla="val 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195" tIns="36195" rIns="36195" bIns="36195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kern="1200" dirty="0"/>
            <a:t>Multi-location Support</a:t>
          </a:r>
        </a:p>
      </dsp:txBody>
      <dsp:txXfrm>
        <a:off x="18121" y="839234"/>
        <a:ext cx="2607914" cy="353031"/>
      </dsp:txXfrm>
    </dsp:sp>
    <dsp:sp modelId="{7B41C1E6-5DAB-4562-BDCB-813E4FEF7582}">
      <dsp:nvSpPr>
        <dsp:cNvPr id="0" name=""/>
        <dsp:cNvSpPr/>
      </dsp:nvSpPr>
      <dsp:spPr>
        <a:xfrm>
          <a:off x="0" y="1272209"/>
          <a:ext cx="10169833" cy="7424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t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2400" kern="1200" dirty="0">
              <a:solidFill>
                <a:schemeClr val="bg1"/>
              </a:solidFill>
            </a:rPr>
            <a:t>The system can be implemented in multiple parking areas like malls, airports, and offices.</a:t>
          </a:r>
        </a:p>
      </dsp:txBody>
      <dsp:txXfrm>
        <a:off x="0" y="1272209"/>
        <a:ext cx="10169833" cy="742415"/>
      </dsp:txXfrm>
    </dsp:sp>
    <dsp:sp modelId="{B5A21C39-1C2D-4411-8565-CBCBE5243A38}">
      <dsp:nvSpPr>
        <dsp:cNvPr id="0" name=""/>
        <dsp:cNvSpPr/>
      </dsp:nvSpPr>
      <dsp:spPr>
        <a:xfrm>
          <a:off x="2644156" y="2264665"/>
          <a:ext cx="7525676" cy="37115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6195" tIns="36195" rIns="36195" bIns="36195" numCol="1" spcCol="1270" anchor="b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900" kern="1200" dirty="0"/>
        </a:p>
      </dsp:txBody>
      <dsp:txXfrm>
        <a:off x="2644156" y="2264665"/>
        <a:ext cx="7525676" cy="371152"/>
      </dsp:txXfrm>
    </dsp:sp>
    <dsp:sp modelId="{E4406870-62A6-4AEB-BBDA-DA22D348CD3B}">
      <dsp:nvSpPr>
        <dsp:cNvPr id="0" name=""/>
        <dsp:cNvSpPr/>
      </dsp:nvSpPr>
      <dsp:spPr>
        <a:xfrm>
          <a:off x="0" y="1983618"/>
          <a:ext cx="2644156" cy="371152"/>
        </a:xfrm>
        <a:prstGeom prst="round2SameRect">
          <a:avLst>
            <a:gd name="adj1" fmla="val 16670"/>
            <a:gd name="adj2" fmla="val 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195" tIns="36195" rIns="36195" bIns="36195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kern="1200" dirty="0"/>
            <a:t>Cloud Integration</a:t>
          </a:r>
        </a:p>
      </dsp:txBody>
      <dsp:txXfrm>
        <a:off x="18121" y="2001739"/>
        <a:ext cx="2607914" cy="353031"/>
      </dsp:txXfrm>
    </dsp:sp>
    <dsp:sp modelId="{32FA1007-4439-4BD2-BA64-8D5081AFE1C2}">
      <dsp:nvSpPr>
        <dsp:cNvPr id="0" name=""/>
        <dsp:cNvSpPr/>
      </dsp:nvSpPr>
      <dsp:spPr>
        <a:xfrm>
          <a:off x="0" y="2445921"/>
          <a:ext cx="10169833" cy="7424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t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2400" kern="1200" dirty="0">
              <a:solidFill>
                <a:schemeClr val="bg1"/>
              </a:solidFill>
            </a:rPr>
            <a:t>Data can be stored and accessed from cloud servers for large-scale management</a:t>
          </a:r>
        </a:p>
      </dsp:txBody>
      <dsp:txXfrm>
        <a:off x="0" y="2445921"/>
        <a:ext cx="10169833" cy="742415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8AED458-3750-4028-9B88-AB92BE8337F3}">
      <dsp:nvSpPr>
        <dsp:cNvPr id="0" name=""/>
        <dsp:cNvSpPr/>
      </dsp:nvSpPr>
      <dsp:spPr>
        <a:xfrm>
          <a:off x="0" y="1573908"/>
          <a:ext cx="9920747" cy="0"/>
        </a:xfrm>
        <a:prstGeom prst="line">
          <a:avLst/>
        </a:pr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0B1DCF5-52E1-41EF-B631-1A5203AE1AF8}">
      <dsp:nvSpPr>
        <dsp:cNvPr id="0" name=""/>
        <dsp:cNvSpPr/>
      </dsp:nvSpPr>
      <dsp:spPr>
        <a:xfrm>
          <a:off x="3243" y="432015"/>
          <a:ext cx="9920747" cy="0"/>
        </a:xfrm>
        <a:prstGeom prst="line">
          <a:avLst/>
        </a:pr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AF9B106-B520-4517-A7BA-D4202EED9C46}">
      <dsp:nvSpPr>
        <dsp:cNvPr id="0" name=""/>
        <dsp:cNvSpPr/>
      </dsp:nvSpPr>
      <dsp:spPr>
        <a:xfrm>
          <a:off x="2582638" y="85458"/>
          <a:ext cx="7341353" cy="34655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290" tIns="34290" rIns="34290" bIns="34290" numCol="1" spcCol="1270" anchor="b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800" kern="1200" dirty="0"/>
        </a:p>
      </dsp:txBody>
      <dsp:txXfrm>
        <a:off x="2582638" y="85458"/>
        <a:ext cx="7341353" cy="346556"/>
      </dsp:txXfrm>
    </dsp:sp>
    <dsp:sp modelId="{2CD62974-90E3-466E-91D1-EBDDACA63222}">
      <dsp:nvSpPr>
        <dsp:cNvPr id="0" name=""/>
        <dsp:cNvSpPr/>
      </dsp:nvSpPr>
      <dsp:spPr>
        <a:xfrm>
          <a:off x="-3243" y="668"/>
          <a:ext cx="2592368" cy="516137"/>
        </a:xfrm>
        <a:prstGeom prst="round2SameRect">
          <a:avLst>
            <a:gd name="adj1" fmla="val 16670"/>
            <a:gd name="adj2" fmla="val 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/>
            <a:t>User Growth Support</a:t>
          </a:r>
        </a:p>
      </dsp:txBody>
      <dsp:txXfrm>
        <a:off x="21957" y="25868"/>
        <a:ext cx="2541968" cy="490937"/>
      </dsp:txXfrm>
    </dsp:sp>
    <dsp:sp modelId="{E377C82F-97F4-4282-B9F3-6422BE400866}">
      <dsp:nvSpPr>
        <dsp:cNvPr id="0" name=""/>
        <dsp:cNvSpPr/>
      </dsp:nvSpPr>
      <dsp:spPr>
        <a:xfrm>
          <a:off x="0" y="516805"/>
          <a:ext cx="9920747" cy="6932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t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2400" b="0" kern="1200" dirty="0">
              <a:solidFill>
                <a:schemeClr val="bg1"/>
              </a:solidFill>
            </a:rPr>
            <a:t>The system can handle increasing numbers of users and vehicles</a:t>
          </a:r>
        </a:p>
      </dsp:txBody>
      <dsp:txXfrm>
        <a:off x="0" y="516805"/>
        <a:ext cx="9920747" cy="693217"/>
      </dsp:txXfrm>
    </dsp:sp>
    <dsp:sp modelId="{6D829DF2-4C06-4214-B5F3-F11E84F80DF2}">
      <dsp:nvSpPr>
        <dsp:cNvPr id="0" name=""/>
        <dsp:cNvSpPr/>
      </dsp:nvSpPr>
      <dsp:spPr>
        <a:xfrm>
          <a:off x="2579394" y="1227351"/>
          <a:ext cx="7341353" cy="34655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290" tIns="34290" rIns="34290" bIns="34290" numCol="1" spcCol="1270" anchor="b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800" kern="1200" dirty="0"/>
        </a:p>
      </dsp:txBody>
      <dsp:txXfrm>
        <a:off x="2579394" y="1227351"/>
        <a:ext cx="7341353" cy="346556"/>
      </dsp:txXfrm>
    </dsp:sp>
    <dsp:sp modelId="{0116A24B-3863-46D1-9683-11AD89BD0B17}">
      <dsp:nvSpPr>
        <dsp:cNvPr id="0" name=""/>
        <dsp:cNvSpPr/>
      </dsp:nvSpPr>
      <dsp:spPr>
        <a:xfrm>
          <a:off x="0" y="1081485"/>
          <a:ext cx="2579394" cy="346556"/>
        </a:xfrm>
        <a:prstGeom prst="round2SameRect">
          <a:avLst>
            <a:gd name="adj1" fmla="val 16670"/>
            <a:gd name="adj2" fmla="val 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/>
            <a:t>Smart City Integration</a:t>
          </a:r>
        </a:p>
      </dsp:txBody>
      <dsp:txXfrm>
        <a:off x="16921" y="1098406"/>
        <a:ext cx="2545552" cy="329635"/>
      </dsp:txXfrm>
    </dsp:sp>
    <dsp:sp modelId="{E2BA96B6-C658-4E70-83FF-CF28F0CB9F57}">
      <dsp:nvSpPr>
        <dsp:cNvPr id="0" name=""/>
        <dsp:cNvSpPr/>
      </dsp:nvSpPr>
      <dsp:spPr>
        <a:xfrm>
          <a:off x="0" y="1573908"/>
          <a:ext cx="9920747" cy="6932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t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2400" kern="1200" dirty="0">
              <a:solidFill>
                <a:schemeClr val="bg1"/>
              </a:solidFill>
            </a:rPr>
            <a:t>Can be integrated with other smart city services in the future.</a:t>
          </a:r>
        </a:p>
      </dsp:txBody>
      <dsp:txXfrm>
        <a:off x="0" y="1573908"/>
        <a:ext cx="9920747" cy="69321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1/layout/TabList">
  <dgm:title val="Tab List"/>
  <dgm:desc val="Use to show non-sequential or grouped blocks of information. Works well for lists with a small amount of Level 1 text. The first Level 2 displays next to the Level 1 text  and the remaining Level 2 text appears beneath the Level 1 text."/>
  <dgm:catLst>
    <dgm:cat type="list" pri="4500"/>
    <dgm:cat type="officeonline" pri="110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20">
          <dgm:prSet phldr="1"/>
        </dgm:pt>
        <dgm:pt modelId="21">
          <dgm:prSet phldr="1"/>
        </dgm:pt>
        <dgm:pt modelId="22">
          <dgm:prSet phldr="1"/>
        </dgm:pt>
        <dgm:pt modelId="30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0" srcId="0" destId="10" srcOrd="0" destOrd="0"/>
        <dgm:cxn modelId="41" srcId="10" destId="11" srcOrd="0" destOrd="0"/>
        <dgm:cxn modelId="42" srcId="10" destId="12" srcOrd="0" destOrd="0"/>
        <dgm:cxn modelId="50" srcId="0" destId="20" srcOrd="1" destOrd="0"/>
        <dgm:cxn modelId="51" srcId="20" destId="21" srcOrd="1" destOrd="0"/>
        <dgm:cxn modelId="52" srcId="20" destId="22" srcOrd="1" destOrd="0"/>
        <dgm:cxn modelId="60" srcId="0" destId="30" srcOrd="2" destOrd="0"/>
        <dgm:cxn modelId="61" srcId="30" destId="31" srcOrd="2" destOrd="0"/>
        <dgm:cxn modelId="62" srcId="30" destId="32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30" srcId="0" destId="10" srcOrd="0" destOrd="0"/>
        <dgm:cxn modelId="4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50" srcId="0" destId="10" srcOrd="0" destOrd="0"/>
        <dgm:cxn modelId="60" srcId="0" destId="20" srcOrd="1" destOrd="0"/>
        <dgm:cxn modelId="70" srcId="0" destId="30" srcOrd="2" destOrd="0"/>
        <dgm:cxn modelId="80" srcId="0" destId="40" srcOrd="3" destOrd="0"/>
      </dgm:cxnLst>
      <dgm:bg/>
      <dgm:whole/>
    </dgm:dataModel>
  </dgm:clrData>
  <dgm:layoutNode name="Name0">
    <dgm:varLst>
      <dgm:chMax/>
      <dgm:chPref val="3"/>
      <dgm:dir/>
      <dgm:animOne val="branch"/>
      <dgm:animLvl val="lvl"/>
    </dgm:varLst>
    <dgm:alg type="lin">
      <dgm:param type="linDir" val="fromT"/>
    </dgm:alg>
    <dgm:shape xmlns:r="http://schemas.openxmlformats.org/officeDocument/2006/relationships" r:blip="">
      <dgm:adjLst/>
    </dgm:shape>
    <dgm:constrLst>
      <dgm:constr type="w" for="ch" forName="Child" refType="w"/>
      <dgm:constr type="h" for="ch" forName="Child" refType="h" fact="0.6667"/>
      <dgm:constr type="primFontSz" for="des" forName="Parent" op="equ" val="65"/>
      <dgm:constr type="primFontSz" for="des" forName="Child" op="equ" val="65"/>
      <dgm:constr type="primFontSz" for="des" forName="FirstChild" op="equ" val="65"/>
      <dgm:constr type="primFontSz" for="des" forName="Child" refType="primFontSz" refFor="des" refForName="Parent" op="lte"/>
      <dgm:constr type="primFontSz" for="des" forName="FirstChild" refType="primFontSz" refFor="des" refForName="Parent" op="lte"/>
      <dgm:constr type="primFontSz" for="des" forName="Child" refType="primFontSz" refFor="des" refForName="FirstChild" op="lte"/>
      <dgm:constr type="w" for="ch" forName="composite" refType="w"/>
      <dgm:constr type="h" for="ch" forName="composite" refType="h" fact="0.3333"/>
      <dgm:constr type="sp" refType="h" refFor="ch" refForName="composite" op="equ" fact="0.05"/>
      <dgm:constr type="h" for="ch" forName="sibTrans" refType="h" refFor="ch" refForName="composite" op="equ" fact="0.05"/>
      <dgm:constr type="w" for="ch" forName="sibTrans" refType="h" refFor="ch" refForName="sibTrans" op="equ"/>
    </dgm:constrLst>
    <dgm:forEach name="nodesForEach" axis="ch" ptType="node">
      <dgm:layoutNode name="composite">
        <dgm:alg type="composite"/>
        <dgm:shape xmlns:r="http://schemas.openxmlformats.org/officeDocument/2006/relationships" r:blip="">
          <dgm:adjLst/>
        </dgm:shape>
        <dgm:choose name="Name1">
          <dgm:if name="Name2" func="var" arg="dir" op="equ" val="norm">
            <dgm:constrLst>
              <dgm:constr type="l" for="ch" forName="Accent" refType="w" fact="0"/>
              <dgm:constr type="b" for="ch" forName="Accent" refType="h"/>
              <dgm:constr type="w" for="ch" forName="Accent" refType="w"/>
              <dgm:constr type="h" for="ch" forName="Accent" refType="h" fact="0"/>
              <dgm:constr type="l" for="ch" forName="FirstChild" refType="w" fact="0.26"/>
              <dgm:constr type="t" for="ch" forName="FirstChild" refType="h" fact="0"/>
              <dgm:constr type="w" for="ch" forName="FirstChild" refType="w" fact="0.74"/>
              <dgm:constr type="h" for="ch" forName="FirstChild" refType="h"/>
              <dgm:constr type="l" for="ch" forName="Parent" refType="w" fact="0"/>
              <dgm:constr type="t" for="ch" forName="Parent" refType="h" fact="0"/>
              <dgm:constr type="w" for="ch" forName="Parent" refType="w" fact="0.26"/>
              <dgm:constr type="h" for="ch" forName="Parent" refType="h"/>
            </dgm:constrLst>
          </dgm:if>
          <dgm:else name="Name3">
            <dgm:constrLst>
              <dgm:constr type="l" for="ch" forName="Accent" refType="w" fact="0"/>
              <dgm:constr type="b" for="ch" forName="Accent" refType="h"/>
              <dgm:constr type="w" for="ch" forName="Accent" refType="w"/>
              <dgm:constr type="h" for="ch" forName="Accent" refType="h" fact="0"/>
              <dgm:constr type="r" for="ch" forName="FirstChild" refType="w" fact="0.74"/>
              <dgm:constr type="t" for="ch" forName="FirstChild" refType="h" fact="0"/>
              <dgm:constr type="w" for="ch" forName="FirstChild" refType="w" fact="0.74"/>
              <dgm:constr type="h" for="ch" forName="FirstChild" refType="h"/>
              <dgm:constr type="r" for="ch" forName="Parent" refType="w"/>
              <dgm:constr type="t" for="ch" forName="Parent" refType="h" fact="0"/>
              <dgm:constr type="w" for="ch" forName="Parent" refType="w" fact="0.26"/>
              <dgm:constr type="h" for="ch" forName="Parent" refType="h"/>
            </dgm:constrLst>
          </dgm:else>
        </dgm:choose>
        <dgm:layoutNode name="FirstChild" styleLbl="revTx">
          <dgm:varLst>
            <dgm:chMax val="0"/>
            <dgm:chPref val="0"/>
            <dgm:bulletEnabled val="1"/>
          </dgm:varLst>
          <dgm:choose name="Name4">
            <dgm:if name="Name5" func="var" arg="dir" op="equ" val="norm">
              <dgm:alg type="tx">
                <dgm:param type="parTxLTRAlign" val="l"/>
                <dgm:param type="txAnchorVert" val="b"/>
                <dgm:param type="txAnchorVertCh" val="b"/>
                <dgm:param type="parTxRTLAlign" val="l"/>
              </dgm:alg>
            </dgm:if>
            <dgm:else name="Name6">
              <dgm:alg type="tx">
                <dgm:param type="parTxLTRAlign" val="r"/>
                <dgm:param type="shpTxLTRAlignCh" val="r"/>
                <dgm:param type="txAnchorVert" val="b"/>
                <dgm:param type="txAnchorVertCh" val="b"/>
                <dgm:param type="parTxRTLAlign" val="r"/>
              </dgm:alg>
            </dgm:else>
          </dgm:choose>
          <dgm:shape xmlns:r="http://schemas.openxmlformats.org/officeDocument/2006/relationships" type="rect" r:blip="">
            <dgm:adjLst/>
          </dgm:shape>
          <dgm:choose name="Name7">
            <dgm:if name="Name8" axis="ch" ptType="node" func="cnt" op="gte" val="1">
              <dgm:presOf axis="ch desOrSelf" ptType="node node" st="1 1" cnt="1 0"/>
            </dgm:if>
            <dgm:else name="Name9">
              <dgm:presOf/>
            </dgm:else>
          </dgm:choose>
          <dgm:constrLst>
            <dgm:constr type="lMarg" refType="primFontSz" fact="0.15"/>
            <dgm:constr type="rMarg" refType="primFontSz" fact="0.15"/>
            <dgm:constr type="tMarg" refType="primFontSz" fact="0.15"/>
            <dgm:constr type="bMarg" refType="primFontSz" fact="0.15"/>
          </dgm:constrLst>
          <dgm:ruleLst>
            <dgm:rule type="primFontSz" val="5" fact="NaN" max="NaN"/>
          </dgm:ruleLst>
        </dgm:layoutNode>
        <dgm:layoutNode name="Parent" styleLbl="alignNode1">
          <dgm:varLst>
            <dgm:chMax val="3"/>
            <dgm:chPref val="3"/>
            <dgm:bulletEnabled val="1"/>
          </dgm:varLst>
          <dgm:alg type="tx">
            <dgm:param type="shpTxLTRAlignCh" val="ctr"/>
            <dgm:param type="txAnchorVertCh" val="mid"/>
          </dgm:alg>
          <dgm:shape xmlns:r="http://schemas.openxmlformats.org/officeDocument/2006/relationships" type="round2SameRect" r:blip="">
            <dgm:adjLst>
              <dgm:adj idx="1" val="0.1667"/>
              <dgm:adj idx="2" val="0"/>
            </dgm:adjLst>
          </dgm:shape>
          <dgm:presOf axis="self" ptType="node"/>
          <dgm:constrLst>
            <dgm:constr type="lMarg" refType="primFontSz" fact="0.15"/>
            <dgm:constr type="rMarg" refType="primFontSz" fact="0.15"/>
            <dgm:constr type="tMarg" refType="primFontSz" fact="0.15"/>
            <dgm:constr type="bMarg" refType="primFontSz" fact="0.15"/>
          </dgm:constrLst>
          <dgm:ruleLst>
            <dgm:rule type="primFontSz" val="5" fact="NaN" max="NaN"/>
          </dgm:ruleLst>
        </dgm:layoutNode>
        <dgm:layoutNode name="Accent" styleLbl="parChTrans1D1">
          <dgm:alg type="sp"/>
          <dgm:shape xmlns:r="http://schemas.openxmlformats.org/officeDocument/2006/relationships" type="line" r:blip="" zOrderOff="-99999">
            <dgm:adjLst/>
          </dgm:shape>
          <dgm:presOf/>
        </dgm:layoutNode>
      </dgm:layoutNode>
      <dgm:choose name="Name10">
        <dgm:if name="Name11" axis="ch" ptType="node" st="2" cnt="1" func="cnt" op="gte" val="1">
          <dgm:layoutNode name="Child" styleLbl="revTx">
            <dgm:varLst>
              <dgm:chMax val="0"/>
              <dgm:chPref val="0"/>
              <dgm:bulletEnabled val="1"/>
            </dgm:varLst>
            <dgm:choose name="Name12">
              <dgm:if name="Name13" func="var" arg="dir" op="equ" val="norm">
                <dgm:alg type="tx">
                  <dgm:param type="stBulletLvl" val="1"/>
                  <dgm:param type="parTxLTRAlign" val="l"/>
                  <dgm:param type="parTxRTLAlign" val="l"/>
                  <dgm:param type="txAnchorVert" val="t"/>
                </dgm:alg>
              </dgm:if>
              <dgm:else name="Name14">
                <dgm:alg type="tx">
                  <dgm:param type="stBulletLvl" val="1"/>
                  <dgm:param type="parTxLTRAlign" val="r"/>
                  <dgm:param type="shpTxLTRAlignCh" val="r"/>
                  <dgm:param type="txAnchorVert" val="t"/>
                  <dgm:param type="parTxRTLAlign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ch desOrSelf" ptType="node node" st="2 1" cnt="0 0"/>
            <dgm:constrLst>
              <dgm:constr type="lMarg" refType="primFontSz" fact="0.15"/>
              <dgm:constr type="rMarg" refType="primFontSz" fact="0.15"/>
              <dgm:constr type="tMarg" refType="primFontSz" fact="0.15"/>
              <dgm:constr type="bMarg" refType="primFontSz" fact="0.15"/>
            </dgm:constrLst>
            <dgm:ruleLst>
              <dgm:rule type="primFontSz" val="5" fact="NaN" max="NaN"/>
            </dgm:ruleLst>
          </dgm:layoutNode>
        </dgm:if>
        <dgm:else name="Name15"/>
      </dgm:choos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1/layout/TabList">
  <dgm:title val="Tab List"/>
  <dgm:desc val="Use to show non-sequential or grouped blocks of information. Works well for lists with a small amount of Level 1 text. The first Level 2 displays next to the Level 1 text  and the remaining Level 2 text appears beneath the Level 1 text."/>
  <dgm:catLst>
    <dgm:cat type="list" pri="4500"/>
    <dgm:cat type="officeonline" pri="110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20">
          <dgm:prSet phldr="1"/>
        </dgm:pt>
        <dgm:pt modelId="21">
          <dgm:prSet phldr="1"/>
        </dgm:pt>
        <dgm:pt modelId="22">
          <dgm:prSet phldr="1"/>
        </dgm:pt>
        <dgm:pt modelId="30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0" srcId="0" destId="10" srcOrd="0" destOrd="0"/>
        <dgm:cxn modelId="41" srcId="10" destId="11" srcOrd="0" destOrd="0"/>
        <dgm:cxn modelId="42" srcId="10" destId="12" srcOrd="0" destOrd="0"/>
        <dgm:cxn modelId="50" srcId="0" destId="20" srcOrd="1" destOrd="0"/>
        <dgm:cxn modelId="51" srcId="20" destId="21" srcOrd="1" destOrd="0"/>
        <dgm:cxn modelId="52" srcId="20" destId="22" srcOrd="1" destOrd="0"/>
        <dgm:cxn modelId="60" srcId="0" destId="30" srcOrd="2" destOrd="0"/>
        <dgm:cxn modelId="61" srcId="30" destId="31" srcOrd="2" destOrd="0"/>
        <dgm:cxn modelId="62" srcId="30" destId="32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30" srcId="0" destId="10" srcOrd="0" destOrd="0"/>
        <dgm:cxn modelId="4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50" srcId="0" destId="10" srcOrd="0" destOrd="0"/>
        <dgm:cxn modelId="60" srcId="0" destId="20" srcOrd="1" destOrd="0"/>
        <dgm:cxn modelId="70" srcId="0" destId="30" srcOrd="2" destOrd="0"/>
        <dgm:cxn modelId="80" srcId="0" destId="40" srcOrd="3" destOrd="0"/>
      </dgm:cxnLst>
      <dgm:bg/>
      <dgm:whole/>
    </dgm:dataModel>
  </dgm:clrData>
  <dgm:layoutNode name="Name0">
    <dgm:varLst>
      <dgm:chMax/>
      <dgm:chPref val="3"/>
      <dgm:dir/>
      <dgm:animOne val="branch"/>
      <dgm:animLvl val="lvl"/>
    </dgm:varLst>
    <dgm:alg type="lin">
      <dgm:param type="linDir" val="fromT"/>
    </dgm:alg>
    <dgm:shape xmlns:r="http://schemas.openxmlformats.org/officeDocument/2006/relationships" r:blip="">
      <dgm:adjLst/>
    </dgm:shape>
    <dgm:constrLst>
      <dgm:constr type="w" for="ch" forName="Child" refType="w"/>
      <dgm:constr type="h" for="ch" forName="Child" refType="h" fact="0.6667"/>
      <dgm:constr type="primFontSz" for="des" forName="Parent" op="equ" val="65"/>
      <dgm:constr type="primFontSz" for="des" forName="Child" op="equ" val="65"/>
      <dgm:constr type="primFontSz" for="des" forName="FirstChild" op="equ" val="65"/>
      <dgm:constr type="primFontSz" for="des" forName="Child" refType="primFontSz" refFor="des" refForName="Parent" op="lte"/>
      <dgm:constr type="primFontSz" for="des" forName="FirstChild" refType="primFontSz" refFor="des" refForName="Parent" op="lte"/>
      <dgm:constr type="primFontSz" for="des" forName="Child" refType="primFontSz" refFor="des" refForName="FirstChild" op="lte"/>
      <dgm:constr type="w" for="ch" forName="composite" refType="w"/>
      <dgm:constr type="h" for="ch" forName="composite" refType="h" fact="0.3333"/>
      <dgm:constr type="sp" refType="h" refFor="ch" refForName="composite" op="equ" fact="0.05"/>
      <dgm:constr type="h" for="ch" forName="sibTrans" refType="h" refFor="ch" refForName="composite" op="equ" fact="0.05"/>
      <dgm:constr type="w" for="ch" forName="sibTrans" refType="h" refFor="ch" refForName="sibTrans" op="equ"/>
    </dgm:constrLst>
    <dgm:forEach name="nodesForEach" axis="ch" ptType="node">
      <dgm:layoutNode name="composite">
        <dgm:alg type="composite"/>
        <dgm:shape xmlns:r="http://schemas.openxmlformats.org/officeDocument/2006/relationships" r:blip="">
          <dgm:adjLst/>
        </dgm:shape>
        <dgm:choose name="Name1">
          <dgm:if name="Name2" func="var" arg="dir" op="equ" val="norm">
            <dgm:constrLst>
              <dgm:constr type="l" for="ch" forName="Accent" refType="w" fact="0"/>
              <dgm:constr type="b" for="ch" forName="Accent" refType="h"/>
              <dgm:constr type="w" for="ch" forName="Accent" refType="w"/>
              <dgm:constr type="h" for="ch" forName="Accent" refType="h" fact="0"/>
              <dgm:constr type="l" for="ch" forName="FirstChild" refType="w" fact="0.26"/>
              <dgm:constr type="t" for="ch" forName="FirstChild" refType="h" fact="0"/>
              <dgm:constr type="w" for="ch" forName="FirstChild" refType="w" fact="0.74"/>
              <dgm:constr type="h" for="ch" forName="FirstChild" refType="h"/>
              <dgm:constr type="l" for="ch" forName="Parent" refType="w" fact="0"/>
              <dgm:constr type="t" for="ch" forName="Parent" refType="h" fact="0"/>
              <dgm:constr type="w" for="ch" forName="Parent" refType="w" fact="0.26"/>
              <dgm:constr type="h" for="ch" forName="Parent" refType="h"/>
            </dgm:constrLst>
          </dgm:if>
          <dgm:else name="Name3">
            <dgm:constrLst>
              <dgm:constr type="l" for="ch" forName="Accent" refType="w" fact="0"/>
              <dgm:constr type="b" for="ch" forName="Accent" refType="h"/>
              <dgm:constr type="w" for="ch" forName="Accent" refType="w"/>
              <dgm:constr type="h" for="ch" forName="Accent" refType="h" fact="0"/>
              <dgm:constr type="r" for="ch" forName="FirstChild" refType="w" fact="0.74"/>
              <dgm:constr type="t" for="ch" forName="FirstChild" refType="h" fact="0"/>
              <dgm:constr type="w" for="ch" forName="FirstChild" refType="w" fact="0.74"/>
              <dgm:constr type="h" for="ch" forName="FirstChild" refType="h"/>
              <dgm:constr type="r" for="ch" forName="Parent" refType="w"/>
              <dgm:constr type="t" for="ch" forName="Parent" refType="h" fact="0"/>
              <dgm:constr type="w" for="ch" forName="Parent" refType="w" fact="0.26"/>
              <dgm:constr type="h" for="ch" forName="Parent" refType="h"/>
            </dgm:constrLst>
          </dgm:else>
        </dgm:choose>
        <dgm:layoutNode name="FirstChild" styleLbl="revTx">
          <dgm:varLst>
            <dgm:chMax val="0"/>
            <dgm:chPref val="0"/>
            <dgm:bulletEnabled val="1"/>
          </dgm:varLst>
          <dgm:choose name="Name4">
            <dgm:if name="Name5" func="var" arg="dir" op="equ" val="norm">
              <dgm:alg type="tx">
                <dgm:param type="parTxLTRAlign" val="l"/>
                <dgm:param type="txAnchorVert" val="b"/>
                <dgm:param type="txAnchorVertCh" val="b"/>
                <dgm:param type="parTxRTLAlign" val="l"/>
              </dgm:alg>
            </dgm:if>
            <dgm:else name="Name6">
              <dgm:alg type="tx">
                <dgm:param type="parTxLTRAlign" val="r"/>
                <dgm:param type="shpTxLTRAlignCh" val="r"/>
                <dgm:param type="txAnchorVert" val="b"/>
                <dgm:param type="txAnchorVertCh" val="b"/>
                <dgm:param type="parTxRTLAlign" val="r"/>
              </dgm:alg>
            </dgm:else>
          </dgm:choose>
          <dgm:shape xmlns:r="http://schemas.openxmlformats.org/officeDocument/2006/relationships" type="rect" r:blip="">
            <dgm:adjLst/>
          </dgm:shape>
          <dgm:choose name="Name7">
            <dgm:if name="Name8" axis="ch" ptType="node" func="cnt" op="gte" val="1">
              <dgm:presOf axis="ch desOrSelf" ptType="node node" st="1 1" cnt="1 0"/>
            </dgm:if>
            <dgm:else name="Name9">
              <dgm:presOf/>
            </dgm:else>
          </dgm:choose>
          <dgm:constrLst>
            <dgm:constr type="lMarg" refType="primFontSz" fact="0.15"/>
            <dgm:constr type="rMarg" refType="primFontSz" fact="0.15"/>
            <dgm:constr type="tMarg" refType="primFontSz" fact="0.15"/>
            <dgm:constr type="bMarg" refType="primFontSz" fact="0.15"/>
          </dgm:constrLst>
          <dgm:ruleLst>
            <dgm:rule type="primFontSz" val="5" fact="NaN" max="NaN"/>
          </dgm:ruleLst>
        </dgm:layoutNode>
        <dgm:layoutNode name="Parent" styleLbl="alignNode1">
          <dgm:varLst>
            <dgm:chMax val="3"/>
            <dgm:chPref val="3"/>
            <dgm:bulletEnabled val="1"/>
          </dgm:varLst>
          <dgm:alg type="tx">
            <dgm:param type="shpTxLTRAlignCh" val="ctr"/>
            <dgm:param type="txAnchorVertCh" val="mid"/>
          </dgm:alg>
          <dgm:shape xmlns:r="http://schemas.openxmlformats.org/officeDocument/2006/relationships" type="round2SameRect" r:blip="">
            <dgm:adjLst>
              <dgm:adj idx="1" val="0.1667"/>
              <dgm:adj idx="2" val="0"/>
            </dgm:adjLst>
          </dgm:shape>
          <dgm:presOf axis="self" ptType="node"/>
          <dgm:constrLst>
            <dgm:constr type="lMarg" refType="primFontSz" fact="0.15"/>
            <dgm:constr type="rMarg" refType="primFontSz" fact="0.15"/>
            <dgm:constr type="tMarg" refType="primFontSz" fact="0.15"/>
            <dgm:constr type="bMarg" refType="primFontSz" fact="0.15"/>
          </dgm:constrLst>
          <dgm:ruleLst>
            <dgm:rule type="primFontSz" val="5" fact="NaN" max="NaN"/>
          </dgm:ruleLst>
        </dgm:layoutNode>
        <dgm:layoutNode name="Accent" styleLbl="parChTrans1D1">
          <dgm:alg type="sp"/>
          <dgm:shape xmlns:r="http://schemas.openxmlformats.org/officeDocument/2006/relationships" type="line" r:blip="" zOrderOff="-99999">
            <dgm:adjLst/>
          </dgm:shape>
          <dgm:presOf/>
        </dgm:layoutNode>
      </dgm:layoutNode>
      <dgm:choose name="Name10">
        <dgm:if name="Name11" axis="ch" ptType="node" st="2" cnt="1" func="cnt" op="gte" val="1">
          <dgm:layoutNode name="Child" styleLbl="revTx">
            <dgm:varLst>
              <dgm:chMax val="0"/>
              <dgm:chPref val="0"/>
              <dgm:bulletEnabled val="1"/>
            </dgm:varLst>
            <dgm:choose name="Name12">
              <dgm:if name="Name13" func="var" arg="dir" op="equ" val="norm">
                <dgm:alg type="tx">
                  <dgm:param type="stBulletLvl" val="1"/>
                  <dgm:param type="parTxLTRAlign" val="l"/>
                  <dgm:param type="parTxRTLAlign" val="l"/>
                  <dgm:param type="txAnchorVert" val="t"/>
                </dgm:alg>
              </dgm:if>
              <dgm:else name="Name14">
                <dgm:alg type="tx">
                  <dgm:param type="stBulletLvl" val="1"/>
                  <dgm:param type="parTxLTRAlign" val="r"/>
                  <dgm:param type="shpTxLTRAlignCh" val="r"/>
                  <dgm:param type="txAnchorVert" val="t"/>
                  <dgm:param type="parTxRTLAlign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ch desOrSelf" ptType="node node" st="2 1" cnt="0 0"/>
            <dgm:constrLst>
              <dgm:constr type="lMarg" refType="primFontSz" fact="0.15"/>
              <dgm:constr type="rMarg" refType="primFontSz" fact="0.15"/>
              <dgm:constr type="tMarg" refType="primFontSz" fact="0.15"/>
              <dgm:constr type="bMarg" refType="primFontSz" fact="0.15"/>
            </dgm:constrLst>
            <dgm:ruleLst>
              <dgm:rule type="primFontSz" val="5" fact="NaN" max="NaN"/>
            </dgm:ruleLst>
          </dgm:layoutNode>
        </dgm:if>
        <dgm:else name="Name15"/>
      </dgm:choos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0C68710-DC14-44C4-9C8A-12D0AF6CF0E6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854F467-97CD-473A-9BF1-5A26D46A40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79761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854F467-97CD-473A-9BF1-5A26D46A4060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67292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27C81B-7EB8-D098-96DB-D4E961B039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F7B4FAE-DB9B-48DA-203E-F717F190B8E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931F52-612C-3A53-CDA0-A480C5DFA4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28FE8C-3B96-43AF-A9B0-550D3DFC2557}" type="datetimeFigureOut">
              <a:rPr lang="en-IN" smtClean="0"/>
              <a:t>13-03-2026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67FFE6-741B-197C-63BD-F6B7E6E582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927B76-0129-765E-A5EB-928081AFB7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2DCBC-E7A8-4CD4-BC7E-4F3C90DD50F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567093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F8C4CA-E8E9-C50C-26CA-F3556F843C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0F4900-5757-0FDA-E615-8572F077D2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D0A3B1-C57C-B8BB-C87B-DFE8701FA7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28FE8C-3B96-43AF-A9B0-550D3DFC2557}" type="datetimeFigureOut">
              <a:rPr lang="en-IN" smtClean="0"/>
              <a:t>13-03-2026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31A926-F975-5EA9-DE76-FADD180099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096D32-8A54-EFDE-07FD-15D2FCCA3E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2DCBC-E7A8-4CD4-BC7E-4F3C90DD50F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883908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407AED-BACE-D470-B1D7-CC14E6682F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3D2DB8-DFA5-514E-A547-A102320827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F97E19-3421-3DE3-2C95-818F3B7450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28FE8C-3B96-43AF-A9B0-550D3DFC2557}" type="datetimeFigureOut">
              <a:rPr lang="en-IN" smtClean="0"/>
              <a:t>13-03-2026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9BA056-5E13-B396-E22A-97B56183FC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0FAD8B-71EE-A539-E267-E96B68BED8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2DCBC-E7A8-4CD4-BC7E-4F3C90DD50F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573723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B234E9-6763-4C30-BD3F-A68A719854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32B08D-9A0C-6893-F100-0C4CD2AA7CC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9327A13-C902-E6F5-78BF-D0D31C7ACD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CDD2595-ECEC-C253-F65A-D6596F6E83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28FE8C-3B96-43AF-A9B0-550D3DFC2557}" type="datetimeFigureOut">
              <a:rPr lang="en-IN" smtClean="0"/>
              <a:t>13-03-2026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C636A3C-0322-D470-9262-1DFBF13D77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C0FAEB-9FF3-2E8A-DA5C-5F20A24974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2DCBC-E7A8-4CD4-BC7E-4F3C90DD50F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894108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F46D8E-CA64-6AD3-140B-62F69102C6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A4875C-8B01-6E86-9AAE-650D0975F9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01E6394-61AA-4465-EC42-38440BAB05A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50F2993-DC8D-A639-4FC7-CBD4495D65C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7C0A0BC-8DA8-5E9D-5DDE-795BD379CD2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252D52D-024E-96F0-C8D1-A5E58B49E8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28FE8C-3B96-43AF-A9B0-550D3DFC2557}" type="datetimeFigureOut">
              <a:rPr lang="en-IN" smtClean="0"/>
              <a:t>13-03-2026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5066F9A-BB4C-B5C5-F097-71125F6224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C39DFC-B440-0764-2E94-25A4C07814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2DCBC-E7A8-4CD4-BC7E-4F3C90DD50F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38569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BD52F4-BF36-0346-AFCB-FEE70F998C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B1B8677-A9EC-ADBD-4819-74E84B842E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28FE8C-3B96-43AF-A9B0-550D3DFC2557}" type="datetimeFigureOut">
              <a:rPr lang="en-IN" smtClean="0"/>
              <a:t>13-03-2026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826CC72-B62D-961B-8D33-B6B364007E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768059-6189-2AAE-9105-7E956961F8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2DCBC-E7A8-4CD4-BC7E-4F3C90DD50F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317122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D636EE7-C05E-7700-9DD3-5D620219C7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28FE8C-3B96-43AF-A9B0-550D3DFC2557}" type="datetimeFigureOut">
              <a:rPr lang="en-IN" smtClean="0"/>
              <a:t>13-03-2026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C0B9135-E0F1-90E2-F088-9184B92468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213AE5-6471-7A57-98B7-92A5B2C554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2DCBC-E7A8-4CD4-BC7E-4F3C90DD50F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825743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83B827-17C6-33FD-BEB3-87FD439E3D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1E4C7D-B611-BFC0-FD6A-5C33C4F281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CF8FE4A-F325-2F87-4FE1-1D0522495A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BB901B-DB49-C539-6300-4A73646303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28FE8C-3B96-43AF-A9B0-550D3DFC2557}" type="datetimeFigureOut">
              <a:rPr lang="en-IN" smtClean="0"/>
              <a:t>13-03-2026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E69826C-E9FC-EE4F-7D65-956F158FF7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B6653D-8E13-D7BA-6D8C-452F4E8E22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2DCBC-E7A8-4CD4-BC7E-4F3C90DD50F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650161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76E949-DAA0-C3A6-AA1F-294FCCB214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1F971C9-2D68-0559-06A8-2712E78C00F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CEA5537-DF2C-A0C1-24CD-D681D0B5DA8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B9BF5A2-E8D4-4454-FF3A-55E5814740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28FE8C-3B96-43AF-A9B0-550D3DFC2557}" type="datetimeFigureOut">
              <a:rPr lang="en-IN" smtClean="0"/>
              <a:t>13-03-2026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E4E3B86-CA18-58C2-8956-3A9493449C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0A94220-2D35-1A90-0302-8B1A122350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2DCBC-E7A8-4CD4-BC7E-4F3C90DD50F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99375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E1523E-E24F-BC80-8B59-8DA892F017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0299B7F-E939-7900-2DB5-D9DC000B85D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248FD7-EF99-CBDD-42B8-CACAB60BBB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28FE8C-3B96-43AF-A9B0-550D3DFC2557}" type="datetimeFigureOut">
              <a:rPr lang="en-IN" smtClean="0"/>
              <a:t>13-03-2026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4DBB9B-A0A9-52E8-00A3-D52C7828DB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F89681-0E42-A8E0-8C1D-E4ECD8787B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2DCBC-E7A8-4CD4-BC7E-4F3C90DD50F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281620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9F0D5F0-9469-EF75-D716-073E899EC79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E092734-2590-45F8-17F5-CD8BB085D80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E30B34-F055-C858-001C-E65D9CCAE7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28FE8C-3B96-43AF-A9B0-550D3DFC2557}" type="datetimeFigureOut">
              <a:rPr lang="en-IN" smtClean="0"/>
              <a:t>13-03-2026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3BCB06-8CFD-E53F-6F62-0E3C7C286C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5F6E32-5E02-0EF3-2D2D-C521D2D9CC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2DCBC-E7A8-4CD4-BC7E-4F3C90DD50F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253036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677E190-938D-1247-64AE-7D7181C86E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EC95E4-9B0B-AA56-5129-882A0E95A9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DAA356-FABF-1204-2E79-2B4FF3C2B88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28FE8C-3B96-43AF-A9B0-550D3DFC2557}" type="datetimeFigureOut">
              <a:rPr lang="en-IN" smtClean="0"/>
              <a:t>13-03-2026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CCD8E8-5673-465B-E2BA-8AEA32A23A8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9D89D9-484B-542B-FBF1-BE09B6C37FA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B2DCBC-E7A8-4CD4-BC7E-4F3C90DD50F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3155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2.xml"/><Relationship Id="rId13" Type="http://schemas.openxmlformats.org/officeDocument/2006/relationships/diagramData" Target="../diagrams/data3.xml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12" Type="http://schemas.microsoft.com/office/2007/relationships/diagramDrawing" Target="../diagrams/drawing2.xml"/><Relationship Id="rId17" Type="http://schemas.microsoft.com/office/2007/relationships/diagramDrawing" Target="../diagrams/drawing3.xml"/><Relationship Id="rId2" Type="http://schemas.openxmlformats.org/officeDocument/2006/relationships/image" Target="../media/image7.jpeg"/><Relationship Id="rId16" Type="http://schemas.openxmlformats.org/officeDocument/2006/relationships/diagramColors" Target="../diagrams/colors3.xml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1.xml"/><Relationship Id="rId11" Type="http://schemas.openxmlformats.org/officeDocument/2006/relationships/diagramColors" Target="../diagrams/colors2.xml"/><Relationship Id="rId5" Type="http://schemas.openxmlformats.org/officeDocument/2006/relationships/diagramQuickStyle" Target="../diagrams/quickStyle1.xml"/><Relationship Id="rId15" Type="http://schemas.openxmlformats.org/officeDocument/2006/relationships/diagramQuickStyle" Target="../diagrams/quickStyle3.xml"/><Relationship Id="rId10" Type="http://schemas.openxmlformats.org/officeDocument/2006/relationships/diagramQuickStyle" Target="../diagrams/quickStyle2.xml"/><Relationship Id="rId4" Type="http://schemas.openxmlformats.org/officeDocument/2006/relationships/diagramLayout" Target="../diagrams/layout1.xml"/><Relationship Id="rId9" Type="http://schemas.openxmlformats.org/officeDocument/2006/relationships/diagramLayout" Target="../diagrams/layout2.xml"/><Relationship Id="rId14" Type="http://schemas.openxmlformats.org/officeDocument/2006/relationships/diagramLayout" Target="../diagrams/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5.xml"/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12" Type="http://schemas.microsoft.com/office/2007/relationships/diagramDrawing" Target="../diagrams/drawing5.xml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4.xml"/><Relationship Id="rId11" Type="http://schemas.openxmlformats.org/officeDocument/2006/relationships/diagramColors" Target="../diagrams/colors5.xml"/><Relationship Id="rId5" Type="http://schemas.openxmlformats.org/officeDocument/2006/relationships/diagramQuickStyle" Target="../diagrams/quickStyle4.xml"/><Relationship Id="rId10" Type="http://schemas.openxmlformats.org/officeDocument/2006/relationships/diagramQuickStyle" Target="../diagrams/quickStyle5.xml"/><Relationship Id="rId4" Type="http://schemas.openxmlformats.org/officeDocument/2006/relationships/diagramLayout" Target="../diagrams/layout4.xml"/><Relationship Id="rId9" Type="http://schemas.openxmlformats.org/officeDocument/2006/relationships/diagramLayout" Target="../diagrams/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.jpeg"/><Relationship Id="rId4" Type="http://schemas.openxmlformats.org/officeDocument/2006/relationships/image" Target="../media/image11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.jpe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42EC25F-10C0-0E03-A5E0-1C935969A43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68"/>
            <a:ext cx="12192000" cy="685466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7062943-24C0-7C33-9B5E-3957CD06BA31}"/>
              </a:ext>
            </a:extLst>
          </p:cNvPr>
          <p:cNvSpPr txBox="1"/>
          <p:nvPr/>
        </p:nvSpPr>
        <p:spPr>
          <a:xfrm>
            <a:off x="1332271" y="2364560"/>
            <a:ext cx="9527458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4000" b="1" dirty="0">
                <a:solidFill>
                  <a:schemeClr val="bg1"/>
                </a:solidFill>
                <a:latin typeface="Footlight MT Light" panose="0204060206030A020304" pitchFamily="18" charset="0"/>
                <a:cs typeface="Adobe Arabic" panose="02040503050201020203" pitchFamily="18" charset="-78"/>
              </a:rPr>
              <a:t>HACKAURA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C79D8278-9925-863A-B33A-1348D875F29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680" r="22575"/>
          <a:stretch>
            <a:fillRect/>
          </a:stretch>
        </p:blipFill>
        <p:spPr>
          <a:xfrm>
            <a:off x="4864586" y="205683"/>
            <a:ext cx="2158180" cy="1245183"/>
          </a:xfrm>
          <a:prstGeom prst="flowChartConnector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EC04395A-B939-3E2C-81C6-F4FB6FF3A0C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52" t="8029" r="7472" b="7670"/>
          <a:stretch>
            <a:fillRect/>
          </a:stretch>
        </p:blipFill>
        <p:spPr>
          <a:xfrm>
            <a:off x="9920748" y="250537"/>
            <a:ext cx="1720646" cy="1200330"/>
          </a:xfrm>
          <a:prstGeom prst="flowChartAlternateProcess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84A4498A-05AD-B5A5-5EC2-D488D7B895F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3458" y="205684"/>
            <a:ext cx="1799456" cy="1200330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5532E846-0B21-D0D9-C224-A011469D3A09}"/>
              </a:ext>
            </a:extLst>
          </p:cNvPr>
          <p:cNvSpPr txBox="1"/>
          <p:nvPr/>
        </p:nvSpPr>
        <p:spPr>
          <a:xfrm>
            <a:off x="3908400" y="4188571"/>
            <a:ext cx="465058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dirty="0">
                <a:solidFill>
                  <a:schemeClr val="bg1"/>
                </a:solidFill>
                <a:latin typeface="Adobe Arabic" panose="02040503050201020203" pitchFamily="18" charset="-78"/>
                <a:cs typeface="Adobe Arabic" panose="02040503050201020203" pitchFamily="18" charset="-78"/>
              </a:rPr>
              <a:t>HACK, CREATE, ELEVATE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BF67085B-6B85-2108-C422-46B1C46146D3}"/>
              </a:ext>
            </a:extLst>
          </p:cNvPr>
          <p:cNvCxnSpPr>
            <a:cxnSpLocks/>
          </p:cNvCxnSpPr>
          <p:nvPr/>
        </p:nvCxnSpPr>
        <p:spPr>
          <a:xfrm>
            <a:off x="2035277" y="4501904"/>
            <a:ext cx="1764892" cy="9832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1B84489B-D001-9233-A9D5-8402CAF331A9}"/>
              </a:ext>
            </a:extLst>
          </p:cNvPr>
          <p:cNvCxnSpPr>
            <a:cxnSpLocks/>
          </p:cNvCxnSpPr>
          <p:nvPr/>
        </p:nvCxnSpPr>
        <p:spPr>
          <a:xfrm>
            <a:off x="8155857" y="4500635"/>
            <a:ext cx="19440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517930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A71BA8D-CE15-8942-3330-AC54440DB20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1668"/>
            <a:ext cx="12191999" cy="685466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07BCEBB-DA6F-350C-1FC2-4B47B941026F}"/>
              </a:ext>
            </a:extLst>
          </p:cNvPr>
          <p:cNvSpPr txBox="1"/>
          <p:nvPr/>
        </p:nvSpPr>
        <p:spPr>
          <a:xfrm>
            <a:off x="4188542" y="255639"/>
            <a:ext cx="460149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800" dirty="0">
                <a:solidFill>
                  <a:schemeClr val="bg1"/>
                </a:solidFill>
                <a:latin typeface="Adobe Arabic" panose="02040503050201020203" pitchFamily="18" charset="-78"/>
                <a:cs typeface="Adobe Arabic" panose="02040503050201020203" pitchFamily="18" charset="-78"/>
              </a:rPr>
              <a:t>TEAM DETAILS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F050EC5-17DE-6483-EED4-9D258D3477B0}"/>
              </a:ext>
            </a:extLst>
          </p:cNvPr>
          <p:cNvSpPr txBox="1"/>
          <p:nvPr/>
        </p:nvSpPr>
        <p:spPr>
          <a:xfrm>
            <a:off x="1494503" y="2182761"/>
            <a:ext cx="9802762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dirty="0">
                <a:solidFill>
                  <a:schemeClr val="bg1"/>
                </a:solidFill>
                <a:latin typeface="Adobe Arabic" panose="02040503050201020203" pitchFamily="18" charset="-78"/>
                <a:cs typeface="Adobe Arabic" panose="02040503050201020203" pitchFamily="18" charset="-78"/>
              </a:rPr>
              <a:t>TEAM NAME: HIGHWINGS</a:t>
            </a:r>
          </a:p>
          <a:p>
            <a:r>
              <a:rPr lang="en-IN" sz="3200" dirty="0">
                <a:solidFill>
                  <a:schemeClr val="bg1"/>
                </a:solidFill>
                <a:latin typeface="Adobe Arabic" panose="02040503050201020203" pitchFamily="18" charset="-78"/>
                <a:cs typeface="Adobe Arabic" panose="02040503050201020203" pitchFamily="18" charset="-78"/>
              </a:rPr>
              <a:t>TEAM ID: HA26077</a:t>
            </a:r>
          </a:p>
          <a:p>
            <a:r>
              <a:rPr lang="en-IN" sz="3200" dirty="0">
                <a:solidFill>
                  <a:schemeClr val="bg1"/>
                </a:solidFill>
                <a:latin typeface="Adobe Arabic" panose="02040503050201020203" pitchFamily="18" charset="-78"/>
                <a:cs typeface="Adobe Arabic" panose="02040503050201020203" pitchFamily="18" charset="-78"/>
              </a:rPr>
              <a:t>DOMAIN: IoT</a:t>
            </a:r>
          </a:p>
          <a:p>
            <a:r>
              <a:rPr lang="en-IN" sz="3200" dirty="0">
                <a:solidFill>
                  <a:schemeClr val="bg1"/>
                </a:solidFill>
                <a:latin typeface="Adobe Arabic" panose="02040503050201020203" pitchFamily="18" charset="-78"/>
                <a:cs typeface="Adobe Arabic" panose="02040503050201020203" pitchFamily="18" charset="-78"/>
              </a:rPr>
              <a:t>PROBLEM STATEMENT: Smart Parking and Traffic 						Management </a:t>
            </a:r>
          </a:p>
        </p:txBody>
      </p:sp>
    </p:spTree>
    <p:extLst>
      <p:ext uri="{BB962C8B-B14F-4D97-AF65-F5344CB8AC3E}">
        <p14:creationId xmlns:p14="http://schemas.microsoft.com/office/powerpoint/2010/main" val="25639834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7B6F0F3-2708-A17A-CAB7-D2F14D9F14E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0320" y="1668"/>
            <a:ext cx="12191999" cy="685466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FB1A6E7-3837-26CE-BC9F-1EBAC8D0C5C9}"/>
              </a:ext>
            </a:extLst>
          </p:cNvPr>
          <p:cNvSpPr txBox="1"/>
          <p:nvPr/>
        </p:nvSpPr>
        <p:spPr>
          <a:xfrm>
            <a:off x="3751005" y="324465"/>
            <a:ext cx="542347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800" b="1" dirty="0">
                <a:solidFill>
                  <a:schemeClr val="bg1"/>
                </a:solidFill>
                <a:latin typeface="Adobe Arabic" panose="02040503050201020203" pitchFamily="18" charset="-78"/>
                <a:cs typeface="Adobe Arabic" panose="02040503050201020203" pitchFamily="18" charset="-78"/>
              </a:rPr>
              <a:t>KEY FEATURES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F9962C31-E214-47EC-5DA5-269D28CF11FD}"/>
              </a:ext>
            </a:extLst>
          </p:cNvPr>
          <p:cNvGrpSpPr/>
          <p:nvPr/>
        </p:nvGrpSpPr>
        <p:grpSpPr>
          <a:xfrm>
            <a:off x="808597" y="1478259"/>
            <a:ext cx="4448326" cy="1332714"/>
            <a:chOff x="1453621" y="1218"/>
            <a:chExt cx="4448326" cy="1332714"/>
          </a:xfrm>
        </p:grpSpPr>
        <p:sp>
          <p:nvSpPr>
            <p:cNvPr id="7" name="Arrow: Pentagon 6">
              <a:extLst>
                <a:ext uri="{FF2B5EF4-FFF2-40B4-BE49-F238E27FC236}">
                  <a16:creationId xmlns:a16="http://schemas.microsoft.com/office/drawing/2014/main" id="{DBAEDEDB-263E-A65A-9E6D-ACBD60BA1208}"/>
                </a:ext>
              </a:extLst>
            </p:cNvPr>
            <p:cNvSpPr/>
            <p:nvPr/>
          </p:nvSpPr>
          <p:spPr>
            <a:xfrm rot="10800000">
              <a:off x="1453621" y="1218"/>
              <a:ext cx="4448326" cy="1332714"/>
            </a:xfrm>
            <a:prstGeom prst="homePlate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8" name="Arrow: Pentagon 4">
              <a:extLst>
                <a:ext uri="{FF2B5EF4-FFF2-40B4-BE49-F238E27FC236}">
                  <a16:creationId xmlns:a16="http://schemas.microsoft.com/office/drawing/2014/main" id="{EF973D59-15CE-C9DE-9601-B13741672016}"/>
                </a:ext>
              </a:extLst>
            </p:cNvPr>
            <p:cNvSpPr txBox="1"/>
            <p:nvPr/>
          </p:nvSpPr>
          <p:spPr>
            <a:xfrm rot="21600000">
              <a:off x="1786799" y="1218"/>
              <a:ext cx="4115148" cy="1332714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587690" tIns="140970" rIns="263144" bIns="140970" numCol="1" spcCol="1270" anchor="ctr" anchorCtr="0">
              <a:noAutofit/>
            </a:bodyPr>
            <a:lstStyle/>
            <a:p>
              <a:pPr marL="0" lvl="0" indent="0" algn="ctr" defTabSz="16446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3700" kern="1200" dirty="0"/>
                <a:t>Automated Entry and Exit Gate</a:t>
              </a: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17B92777-45C2-9AEE-100B-96771D44C517}"/>
              </a:ext>
            </a:extLst>
          </p:cNvPr>
          <p:cNvGrpSpPr/>
          <p:nvPr/>
        </p:nvGrpSpPr>
        <p:grpSpPr>
          <a:xfrm>
            <a:off x="792478" y="3057872"/>
            <a:ext cx="4448326" cy="1332714"/>
            <a:chOff x="1453621" y="1731758"/>
            <a:chExt cx="4448326" cy="1332714"/>
          </a:xfrm>
        </p:grpSpPr>
        <p:sp>
          <p:nvSpPr>
            <p:cNvPr id="10" name="Arrow: Pentagon 9">
              <a:extLst>
                <a:ext uri="{FF2B5EF4-FFF2-40B4-BE49-F238E27FC236}">
                  <a16:creationId xmlns:a16="http://schemas.microsoft.com/office/drawing/2014/main" id="{CCA58DDA-A761-F386-6935-785B1BF325C9}"/>
                </a:ext>
              </a:extLst>
            </p:cNvPr>
            <p:cNvSpPr/>
            <p:nvPr/>
          </p:nvSpPr>
          <p:spPr>
            <a:xfrm rot="10800000">
              <a:off x="1453621" y="1731758"/>
              <a:ext cx="4448326" cy="1332714"/>
            </a:xfrm>
            <a:prstGeom prst="homePlate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1" name="Arrow: Pentagon 4">
              <a:extLst>
                <a:ext uri="{FF2B5EF4-FFF2-40B4-BE49-F238E27FC236}">
                  <a16:creationId xmlns:a16="http://schemas.microsoft.com/office/drawing/2014/main" id="{31ACFD94-011F-B812-F11C-24FA51E3156E}"/>
                </a:ext>
              </a:extLst>
            </p:cNvPr>
            <p:cNvSpPr txBox="1"/>
            <p:nvPr/>
          </p:nvSpPr>
          <p:spPr>
            <a:xfrm rot="21600000">
              <a:off x="1786799" y="1731758"/>
              <a:ext cx="4115148" cy="1332714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587690" tIns="140970" rIns="263144" bIns="140970" numCol="1" spcCol="1270" anchor="ctr" anchorCtr="0">
              <a:noAutofit/>
            </a:bodyPr>
            <a:lstStyle/>
            <a:p>
              <a:pPr marL="0" lvl="0" indent="0" algn="ctr" defTabSz="16446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3700" kern="1200" dirty="0"/>
                <a:t>Parking Slot Monitoring</a:t>
              </a:r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AC1EC02E-2BE0-BEA7-E935-39FD23C72A06}"/>
              </a:ext>
            </a:extLst>
          </p:cNvPr>
          <p:cNvGrpSpPr/>
          <p:nvPr/>
        </p:nvGrpSpPr>
        <p:grpSpPr>
          <a:xfrm>
            <a:off x="6534336" y="1478011"/>
            <a:ext cx="4515889" cy="1332962"/>
            <a:chOff x="2019337" y="0"/>
            <a:chExt cx="4515889" cy="1332962"/>
          </a:xfrm>
        </p:grpSpPr>
        <p:sp>
          <p:nvSpPr>
            <p:cNvPr id="16" name="Arrow: Pentagon 15">
              <a:extLst>
                <a:ext uri="{FF2B5EF4-FFF2-40B4-BE49-F238E27FC236}">
                  <a16:creationId xmlns:a16="http://schemas.microsoft.com/office/drawing/2014/main" id="{CBCBAFD6-F4E3-F3BA-ACFD-7D8FD1908841}"/>
                </a:ext>
              </a:extLst>
            </p:cNvPr>
            <p:cNvSpPr/>
            <p:nvPr/>
          </p:nvSpPr>
          <p:spPr>
            <a:xfrm rot="10800000">
              <a:off x="2019337" y="0"/>
              <a:ext cx="4515889" cy="1332962"/>
            </a:xfrm>
            <a:prstGeom prst="homePlate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7" name="Arrow: Pentagon 4">
              <a:extLst>
                <a:ext uri="{FF2B5EF4-FFF2-40B4-BE49-F238E27FC236}">
                  <a16:creationId xmlns:a16="http://schemas.microsoft.com/office/drawing/2014/main" id="{7C160ACC-BD9E-CC64-D665-5E00EC14F7B2}"/>
                </a:ext>
              </a:extLst>
            </p:cNvPr>
            <p:cNvSpPr txBox="1"/>
            <p:nvPr/>
          </p:nvSpPr>
          <p:spPr>
            <a:xfrm>
              <a:off x="2352577" y="0"/>
              <a:ext cx="4182649" cy="1332962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587799" tIns="133350" rIns="248920" bIns="133350" numCol="1" spcCol="1270" anchor="ctr" anchorCtr="0">
              <a:noAutofit/>
            </a:bodyPr>
            <a:lstStyle/>
            <a:p>
              <a:pPr marL="0" lvl="0" indent="0" algn="ctr" defTabSz="15557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3500" kern="1200" dirty="0"/>
                <a:t>Real-Time Parking Status</a:t>
              </a: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15783D80-1BC5-4C83-453F-4FF58130693D}"/>
              </a:ext>
            </a:extLst>
          </p:cNvPr>
          <p:cNvGrpSpPr/>
          <p:nvPr/>
        </p:nvGrpSpPr>
        <p:grpSpPr>
          <a:xfrm>
            <a:off x="6534335" y="3057748"/>
            <a:ext cx="4515889" cy="1332962"/>
            <a:chOff x="1470701" y="1731634"/>
            <a:chExt cx="4515889" cy="1332962"/>
          </a:xfrm>
        </p:grpSpPr>
        <p:sp>
          <p:nvSpPr>
            <p:cNvPr id="19" name="Arrow: Pentagon 18">
              <a:extLst>
                <a:ext uri="{FF2B5EF4-FFF2-40B4-BE49-F238E27FC236}">
                  <a16:creationId xmlns:a16="http://schemas.microsoft.com/office/drawing/2014/main" id="{BD313E93-C65B-0BE3-811A-9B9F48F5BBEA}"/>
                </a:ext>
              </a:extLst>
            </p:cNvPr>
            <p:cNvSpPr/>
            <p:nvPr/>
          </p:nvSpPr>
          <p:spPr>
            <a:xfrm rot="10800000">
              <a:off x="1470701" y="1731634"/>
              <a:ext cx="4515889" cy="1332962"/>
            </a:xfrm>
            <a:prstGeom prst="homePlate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20" name="Arrow: Pentagon 4">
              <a:extLst>
                <a:ext uri="{FF2B5EF4-FFF2-40B4-BE49-F238E27FC236}">
                  <a16:creationId xmlns:a16="http://schemas.microsoft.com/office/drawing/2014/main" id="{F65A7DE0-26B0-39C8-1BF8-A3C349A33584}"/>
                </a:ext>
              </a:extLst>
            </p:cNvPr>
            <p:cNvSpPr txBox="1"/>
            <p:nvPr/>
          </p:nvSpPr>
          <p:spPr>
            <a:xfrm>
              <a:off x="1803941" y="1731634"/>
              <a:ext cx="4182649" cy="1332962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587799" tIns="133350" rIns="248920" bIns="133350" numCol="1" spcCol="1270" anchor="ctr" anchorCtr="0">
              <a:noAutofit/>
            </a:bodyPr>
            <a:lstStyle/>
            <a:p>
              <a:pPr marL="0" lvl="0" indent="0" algn="ctr" defTabSz="15557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3500" kern="1200" dirty="0"/>
                <a:t>Automatic Parking Timer &amp; Billing</a:t>
              </a:r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4F0C3223-3B65-C994-B63A-650B13CE4979}"/>
              </a:ext>
            </a:extLst>
          </p:cNvPr>
          <p:cNvGrpSpPr/>
          <p:nvPr/>
        </p:nvGrpSpPr>
        <p:grpSpPr>
          <a:xfrm>
            <a:off x="727981" y="4713260"/>
            <a:ext cx="4515889" cy="1332962"/>
            <a:chOff x="1470701" y="3462495"/>
            <a:chExt cx="4515889" cy="1332962"/>
          </a:xfrm>
        </p:grpSpPr>
        <p:sp>
          <p:nvSpPr>
            <p:cNvPr id="22" name="Arrow: Pentagon 21">
              <a:extLst>
                <a:ext uri="{FF2B5EF4-FFF2-40B4-BE49-F238E27FC236}">
                  <a16:creationId xmlns:a16="http://schemas.microsoft.com/office/drawing/2014/main" id="{79855E49-F522-BF27-215C-AC98203DD707}"/>
                </a:ext>
              </a:extLst>
            </p:cNvPr>
            <p:cNvSpPr/>
            <p:nvPr/>
          </p:nvSpPr>
          <p:spPr>
            <a:xfrm rot="10800000">
              <a:off x="1470701" y="3462495"/>
              <a:ext cx="4515889" cy="1332962"/>
            </a:xfrm>
            <a:prstGeom prst="homePlate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23" name="Arrow: Pentagon 4">
              <a:extLst>
                <a:ext uri="{FF2B5EF4-FFF2-40B4-BE49-F238E27FC236}">
                  <a16:creationId xmlns:a16="http://schemas.microsoft.com/office/drawing/2014/main" id="{39A63776-2531-2F50-E525-64A9FD4188C5}"/>
                </a:ext>
              </a:extLst>
            </p:cNvPr>
            <p:cNvSpPr txBox="1"/>
            <p:nvPr/>
          </p:nvSpPr>
          <p:spPr>
            <a:xfrm rot="21600000">
              <a:off x="1803941" y="3462495"/>
              <a:ext cx="4182649" cy="1332962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587799" tIns="133350" rIns="248920" bIns="133350" numCol="1" spcCol="1270" anchor="ctr" anchorCtr="0">
              <a:noAutofit/>
            </a:bodyPr>
            <a:lstStyle/>
            <a:p>
              <a:pPr marL="0" lvl="0" indent="0" algn="ctr" defTabSz="15557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3500" kern="1200" dirty="0"/>
                <a:t>Payment Dashboard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6913093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899E194-32D1-73BB-312B-1C17B820033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68"/>
            <a:ext cx="12192000" cy="685466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2A30734-FE79-1928-86CC-B07B5E6882BA}"/>
              </a:ext>
            </a:extLst>
          </p:cNvPr>
          <p:cNvSpPr txBox="1"/>
          <p:nvPr/>
        </p:nvSpPr>
        <p:spPr>
          <a:xfrm>
            <a:off x="2957872" y="167148"/>
            <a:ext cx="597801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800" b="1" dirty="0">
                <a:solidFill>
                  <a:schemeClr val="bg1"/>
                </a:solidFill>
                <a:latin typeface="Adobe Arabic" panose="02040503050201020203" pitchFamily="18" charset="-78"/>
                <a:cs typeface="Adobe Arabic" panose="02040503050201020203" pitchFamily="18" charset="-78"/>
              </a:rPr>
              <a:t>TECH STACK</a:t>
            </a:r>
          </a:p>
        </p:txBody>
      </p:sp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CF4481CA-F1A4-3292-5CE7-626DC6C0242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99114962"/>
              </p:ext>
            </p:extLst>
          </p:nvPr>
        </p:nvGraphicFramePr>
        <p:xfrm>
          <a:off x="655485" y="1244012"/>
          <a:ext cx="4408128" cy="420629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C4B3A8E8-4B82-3A75-8B93-C584D7B8827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08335576"/>
              </p:ext>
            </p:extLst>
          </p:nvPr>
        </p:nvGraphicFramePr>
        <p:xfrm>
          <a:off x="5946876" y="1163625"/>
          <a:ext cx="4319639" cy="174672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8" r:lo="rId9" r:qs="rId10" r:cs="rId11"/>
          </a:graphicData>
        </a:graphic>
      </p:graphicFrame>
      <p:graphicFrame>
        <p:nvGraphicFramePr>
          <p:cNvPr id="7" name="Diagram 6">
            <a:extLst>
              <a:ext uri="{FF2B5EF4-FFF2-40B4-BE49-F238E27FC236}">
                <a16:creationId xmlns:a16="http://schemas.microsoft.com/office/drawing/2014/main" id="{B6A979D0-6761-ADE5-61B7-16A02D40AA9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9458444"/>
              </p:ext>
            </p:extLst>
          </p:nvPr>
        </p:nvGraphicFramePr>
        <p:xfrm>
          <a:off x="5946877" y="3347159"/>
          <a:ext cx="4319639" cy="174672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3" r:lo="rId14" r:qs="rId15" r:cs="rId16"/>
          </a:graphicData>
        </a:graphic>
      </p:graphicFrame>
    </p:spTree>
    <p:extLst>
      <p:ext uri="{BB962C8B-B14F-4D97-AF65-F5344CB8AC3E}">
        <p14:creationId xmlns:p14="http://schemas.microsoft.com/office/powerpoint/2010/main" val="11272086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370CF5C-4ADB-9497-E6FE-8C6FB4E1262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68"/>
            <a:ext cx="12192000" cy="685466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C1B0B78-5BB8-7ABA-39E9-06E86FA5A698}"/>
              </a:ext>
            </a:extLst>
          </p:cNvPr>
          <p:cNvSpPr txBox="1"/>
          <p:nvPr/>
        </p:nvSpPr>
        <p:spPr>
          <a:xfrm>
            <a:off x="174277" y="289069"/>
            <a:ext cx="473300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800" b="1" dirty="0">
                <a:solidFill>
                  <a:schemeClr val="bg1"/>
                </a:solidFill>
                <a:latin typeface="Adobe Arabic" panose="02040503050201020203" pitchFamily="18" charset="-78"/>
                <a:cs typeface="Adobe Arabic" panose="02040503050201020203" pitchFamily="18" charset="-78"/>
              </a:rPr>
              <a:t>Implementation :</a:t>
            </a:r>
          </a:p>
        </p:txBody>
      </p:sp>
      <p:sp>
        <p:nvSpPr>
          <p:cNvPr id="6" name="AutoShape 4" descr="Generated image: Smart Parking System flowchart">
            <a:extLst>
              <a:ext uri="{FF2B5EF4-FFF2-40B4-BE49-F238E27FC236}">
                <a16:creationId xmlns:a16="http://schemas.microsoft.com/office/drawing/2014/main" id="{9CE9809D-7E8B-25F8-8B42-5316CE7CF14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AF65C41-0807-33F9-D2CA-11A3D848A80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10538" y="254619"/>
            <a:ext cx="5512238" cy="63487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0934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79279C2-2EC6-9DDE-9BDA-C45DAB3F471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68"/>
            <a:ext cx="12192000" cy="685466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4D92D90-702E-CE32-68E9-B63C763DF140}"/>
              </a:ext>
            </a:extLst>
          </p:cNvPr>
          <p:cNvSpPr txBox="1"/>
          <p:nvPr/>
        </p:nvSpPr>
        <p:spPr>
          <a:xfrm>
            <a:off x="3974690" y="137651"/>
            <a:ext cx="452923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800" b="1" dirty="0">
                <a:solidFill>
                  <a:schemeClr val="bg1"/>
                </a:solidFill>
                <a:latin typeface="Adobe Arabic" panose="02040503050201020203" pitchFamily="18" charset="-78"/>
                <a:cs typeface="Adobe Arabic" panose="02040503050201020203" pitchFamily="18" charset="-78"/>
              </a:rPr>
              <a:t>SCALABILITY</a:t>
            </a:r>
          </a:p>
        </p:txBody>
      </p:sp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70D28CE1-74D0-5E90-E54C-22C5694EEEE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75104419"/>
              </p:ext>
            </p:extLst>
          </p:nvPr>
        </p:nvGraphicFramePr>
        <p:xfrm>
          <a:off x="1019276" y="1051113"/>
          <a:ext cx="10169833" cy="337864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graphicFrame>
        <p:nvGraphicFramePr>
          <p:cNvPr id="7" name="Diagram 6">
            <a:extLst>
              <a:ext uri="{FF2B5EF4-FFF2-40B4-BE49-F238E27FC236}">
                <a16:creationId xmlns:a16="http://schemas.microsoft.com/office/drawing/2014/main" id="{CCF1CDC4-FAB2-952A-530D-0D2BC485B98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38546218"/>
              </p:ext>
            </p:extLst>
          </p:nvPr>
        </p:nvGraphicFramePr>
        <p:xfrm>
          <a:off x="1019276" y="4305726"/>
          <a:ext cx="9920748" cy="226779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8" r:lo="rId9" r:qs="rId10" r:cs="rId11"/>
          </a:graphicData>
        </a:graphic>
      </p:graphicFrame>
    </p:spTree>
    <p:extLst>
      <p:ext uri="{BB962C8B-B14F-4D97-AF65-F5344CB8AC3E}">
        <p14:creationId xmlns:p14="http://schemas.microsoft.com/office/powerpoint/2010/main" val="15046269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0AC5E7A-071D-B757-90D5-E2C68AF5BDC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68"/>
            <a:ext cx="12192000" cy="685466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0D5A175-8B40-96DE-BC4B-9A43310E9E3B}"/>
              </a:ext>
            </a:extLst>
          </p:cNvPr>
          <p:cNvSpPr txBox="1"/>
          <p:nvPr/>
        </p:nvSpPr>
        <p:spPr>
          <a:xfrm>
            <a:off x="3539613" y="294969"/>
            <a:ext cx="511277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800" b="1" dirty="0">
                <a:solidFill>
                  <a:schemeClr val="bg1"/>
                </a:solidFill>
                <a:latin typeface="Adobe Arabic" panose="02040503050201020203" pitchFamily="18" charset="-78"/>
                <a:cs typeface="Adobe Arabic" panose="02040503050201020203" pitchFamily="18" charset="-78"/>
              </a:rPr>
              <a:t>INTERFACE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02FEB31-EFCD-AA51-43C1-D4899ADA9A2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14060" y="1419267"/>
            <a:ext cx="5955545" cy="4504464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37190710-66B2-1C7F-DE19-1241E2C4F73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3621" y="1419267"/>
            <a:ext cx="4988979" cy="4504464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41E71A1E-6BCA-9A5B-8729-B0F733816CB5}"/>
              </a:ext>
            </a:extLst>
          </p:cNvPr>
          <p:cNvSpPr txBox="1"/>
          <p:nvPr/>
        </p:nvSpPr>
        <p:spPr>
          <a:xfrm>
            <a:off x="1137424" y="6093470"/>
            <a:ext cx="38583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Fig: USERPAGE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55D10E4-5808-5267-5F8D-83A73D17AC9B}"/>
              </a:ext>
            </a:extLst>
          </p:cNvPr>
          <p:cNvSpPr txBox="1"/>
          <p:nvPr/>
        </p:nvSpPr>
        <p:spPr>
          <a:xfrm>
            <a:off x="6862671" y="6020699"/>
            <a:ext cx="38583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Fig: RESERVATION PAGE</a:t>
            </a:r>
          </a:p>
        </p:txBody>
      </p:sp>
    </p:spTree>
    <p:extLst>
      <p:ext uri="{BB962C8B-B14F-4D97-AF65-F5344CB8AC3E}">
        <p14:creationId xmlns:p14="http://schemas.microsoft.com/office/powerpoint/2010/main" val="24222200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57C37122-4A14-2098-54C2-2380FCDD1A4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68"/>
            <a:ext cx="12192000" cy="6854664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EEA6593A-5CFE-443B-C731-E692BC69A52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8440" y="1363639"/>
            <a:ext cx="5240823" cy="413072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DB2B55B-BF19-911A-B63B-E6401BCC186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77703" y="1600805"/>
            <a:ext cx="5824840" cy="341819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4DA4A05-61D1-7B45-F115-1BCAEF905504}"/>
              </a:ext>
            </a:extLst>
          </p:cNvPr>
          <p:cNvSpPr txBox="1"/>
          <p:nvPr/>
        </p:nvSpPr>
        <p:spPr>
          <a:xfrm>
            <a:off x="-1539240" y="455414"/>
            <a:ext cx="621792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4000" dirty="0">
                <a:solidFill>
                  <a:schemeClr val="bg1"/>
                </a:solidFill>
                <a:latin typeface="Adobe Arabic" panose="02040503050201020203" pitchFamily="18" charset="-78"/>
                <a:cs typeface="Adobe Arabic" panose="02040503050201020203" pitchFamily="18" charset="-78"/>
              </a:rPr>
              <a:t>Continue: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50CA4BB-322C-BE36-9C34-39D7ED573288}"/>
              </a:ext>
            </a:extLst>
          </p:cNvPr>
          <p:cNvSpPr txBox="1"/>
          <p:nvPr/>
        </p:nvSpPr>
        <p:spPr>
          <a:xfrm>
            <a:off x="1109690" y="5694699"/>
            <a:ext cx="38583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Fig: EXITPAGE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B914DE9-7761-7339-1A18-65CEA381ECA1}"/>
              </a:ext>
            </a:extLst>
          </p:cNvPr>
          <p:cNvSpPr txBox="1"/>
          <p:nvPr/>
        </p:nvSpPr>
        <p:spPr>
          <a:xfrm>
            <a:off x="7060962" y="5568335"/>
            <a:ext cx="38583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Fig: PAYMENT PAGE</a:t>
            </a:r>
          </a:p>
        </p:txBody>
      </p:sp>
    </p:spTree>
    <p:extLst>
      <p:ext uri="{BB962C8B-B14F-4D97-AF65-F5344CB8AC3E}">
        <p14:creationId xmlns:p14="http://schemas.microsoft.com/office/powerpoint/2010/main" val="41335226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BF6D854-AFB0-7AF9-4191-A8D347D7498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68"/>
            <a:ext cx="12192000" cy="6854664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B2A7DB6F-0787-A04A-14F1-EC8091EE100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8181" y="2022879"/>
            <a:ext cx="5730240" cy="320755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9978E0B-04ED-0633-5CC1-9585773CD52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74180" y="2022878"/>
            <a:ext cx="4739639" cy="320755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9C70AD8-6F5D-FD56-9AE6-56786B0726A8}"/>
              </a:ext>
            </a:extLst>
          </p:cNvPr>
          <p:cNvSpPr txBox="1"/>
          <p:nvPr/>
        </p:nvSpPr>
        <p:spPr>
          <a:xfrm>
            <a:off x="-1539240" y="455414"/>
            <a:ext cx="621792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4000" dirty="0">
                <a:solidFill>
                  <a:schemeClr val="bg1"/>
                </a:solidFill>
                <a:latin typeface="Adobe Arabic" panose="02040503050201020203" pitchFamily="18" charset="-78"/>
                <a:cs typeface="Adobe Arabic" panose="02040503050201020203" pitchFamily="18" charset="-78"/>
              </a:rPr>
              <a:t>Continue: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7E64862-3B03-2F08-E72B-4F50EDC50BED}"/>
              </a:ext>
            </a:extLst>
          </p:cNvPr>
          <p:cNvSpPr txBox="1"/>
          <p:nvPr/>
        </p:nvSpPr>
        <p:spPr>
          <a:xfrm>
            <a:off x="1614140" y="5489386"/>
            <a:ext cx="38583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Fig: BOOKING PAGE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544FB17-9ABB-76BA-8054-85400BAE171D}"/>
              </a:ext>
            </a:extLst>
          </p:cNvPr>
          <p:cNvSpPr txBox="1"/>
          <p:nvPr/>
        </p:nvSpPr>
        <p:spPr>
          <a:xfrm>
            <a:off x="7214838" y="5320199"/>
            <a:ext cx="38583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Fig: TOKEN</a:t>
            </a:r>
          </a:p>
        </p:txBody>
      </p:sp>
    </p:spTree>
    <p:extLst>
      <p:ext uri="{BB962C8B-B14F-4D97-AF65-F5344CB8AC3E}">
        <p14:creationId xmlns:p14="http://schemas.microsoft.com/office/powerpoint/2010/main" val="9453567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2B89D35-8645-DAFE-F30C-3322459310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68"/>
            <a:ext cx="12192000" cy="685466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F7A8D409-2E65-197A-2A7E-177A3C0D9EF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88479" y="1714500"/>
            <a:ext cx="4556811" cy="3429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EE7A4A1-5C3D-026A-AF3A-70C8E8556D8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3000" y="1461582"/>
            <a:ext cx="5334000" cy="393483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D8D2986-9C20-B5B7-028D-B26B342877AA}"/>
              </a:ext>
            </a:extLst>
          </p:cNvPr>
          <p:cNvSpPr txBox="1"/>
          <p:nvPr/>
        </p:nvSpPr>
        <p:spPr>
          <a:xfrm>
            <a:off x="-1539240" y="455414"/>
            <a:ext cx="621792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4000" dirty="0">
                <a:solidFill>
                  <a:schemeClr val="bg1"/>
                </a:solidFill>
                <a:latin typeface="Adobe Arabic" panose="02040503050201020203" pitchFamily="18" charset="-78"/>
                <a:cs typeface="Adobe Arabic" panose="02040503050201020203" pitchFamily="18" charset="-78"/>
              </a:rPr>
              <a:t>Continue: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E204181-BCEE-7D52-84BD-7BB44A968BC3}"/>
              </a:ext>
            </a:extLst>
          </p:cNvPr>
          <p:cNvSpPr txBox="1"/>
          <p:nvPr/>
        </p:nvSpPr>
        <p:spPr>
          <a:xfrm>
            <a:off x="1880839" y="5510033"/>
            <a:ext cx="38583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Fig: ADMIN PAGE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32C9FD1-64FC-BAFC-15CA-2A09FD919A18}"/>
              </a:ext>
            </a:extLst>
          </p:cNvPr>
          <p:cNvSpPr txBox="1"/>
          <p:nvPr/>
        </p:nvSpPr>
        <p:spPr>
          <a:xfrm>
            <a:off x="7486185" y="5396417"/>
            <a:ext cx="38583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Fig: PROTOTYPE</a:t>
            </a:r>
          </a:p>
        </p:txBody>
      </p:sp>
    </p:spTree>
    <p:extLst>
      <p:ext uri="{BB962C8B-B14F-4D97-AF65-F5344CB8AC3E}">
        <p14:creationId xmlns:p14="http://schemas.microsoft.com/office/powerpoint/2010/main" val="11824122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5C94183-D971-EDCA-EDB9-F3300746DB9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68"/>
            <a:ext cx="12192000" cy="685466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CF7A97C-15DC-43AC-AD39-19F815A3B2FC}"/>
              </a:ext>
            </a:extLst>
          </p:cNvPr>
          <p:cNvSpPr txBox="1"/>
          <p:nvPr/>
        </p:nvSpPr>
        <p:spPr>
          <a:xfrm>
            <a:off x="3485535" y="580103"/>
            <a:ext cx="522092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800" b="1" dirty="0">
                <a:solidFill>
                  <a:schemeClr val="bg1"/>
                </a:solidFill>
                <a:latin typeface="Adobe Arabic" panose="02040503050201020203" pitchFamily="18" charset="-78"/>
                <a:cs typeface="Adobe Arabic" panose="02040503050201020203" pitchFamily="18" charset="-78"/>
              </a:rPr>
              <a:t>CONCLUSION</a:t>
            </a:r>
          </a:p>
        </p:txBody>
      </p:sp>
      <p:sp>
        <p:nvSpPr>
          <p:cNvPr id="17" name="Rectangle 9">
            <a:extLst>
              <a:ext uri="{FF2B5EF4-FFF2-40B4-BE49-F238E27FC236}">
                <a16:creationId xmlns:a16="http://schemas.microsoft.com/office/drawing/2014/main" id="{84A301A0-B176-30F8-1ADF-42A4C88C44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54326" y="1411100"/>
            <a:ext cx="10083346" cy="39039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Smart Parking System provides an efficient solution to manage parking spaces.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system reduces traffic congestion and saves time and fuel.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It helps drivers quickly find available parking slots.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Automation improves parking management and reduces manual effort.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This system can be further expanded and integrated into smart city infrastructure.</a:t>
            </a:r>
          </a:p>
        </p:txBody>
      </p:sp>
    </p:spTree>
    <p:extLst>
      <p:ext uri="{BB962C8B-B14F-4D97-AF65-F5344CB8AC3E}">
        <p14:creationId xmlns:p14="http://schemas.microsoft.com/office/powerpoint/2010/main" val="6096038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D059720-8F43-21BB-9184-DE0473C5423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68"/>
            <a:ext cx="12192000" cy="685466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092B92A-613D-BABC-698A-36B9F8E957B3}"/>
              </a:ext>
            </a:extLst>
          </p:cNvPr>
          <p:cNvSpPr txBox="1"/>
          <p:nvPr/>
        </p:nvSpPr>
        <p:spPr>
          <a:xfrm>
            <a:off x="2770237" y="2828835"/>
            <a:ext cx="696369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7200" b="1" dirty="0">
                <a:solidFill>
                  <a:schemeClr val="bg1"/>
                </a:solidFill>
                <a:latin typeface="Adobe Arabic" panose="02040503050201020203" pitchFamily="18" charset="-78"/>
                <a:cs typeface="Adobe Arabic" panose="02040503050201020203" pitchFamily="18" charset="-78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7104235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435</TotalTime>
  <Words>270</Words>
  <Application>Microsoft Office PowerPoint</Application>
  <PresentationFormat>Widescreen</PresentationFormat>
  <Paragraphs>61</Paragraphs>
  <Slides>12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Adobe Arabic</vt:lpstr>
      <vt:lpstr>Arial</vt:lpstr>
      <vt:lpstr>Calibri</vt:lpstr>
      <vt:lpstr>Calibri Light</vt:lpstr>
      <vt:lpstr>Footlight MT Light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patilpillu2005@gmail.com</dc:creator>
  <cp:lastModifiedBy>Samruddhi Sattikar</cp:lastModifiedBy>
  <cp:revision>9</cp:revision>
  <dcterms:created xsi:type="dcterms:W3CDTF">2025-10-17T06:31:27Z</dcterms:created>
  <dcterms:modified xsi:type="dcterms:W3CDTF">2026-03-13T08:43:28Z</dcterms:modified>
</cp:coreProperties>
</file>